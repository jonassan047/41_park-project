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-1944" y="-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2:17.39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34D48F-73AE-45B0-84C8-A1F5CF799CBF}" emma:medium="tactile" emma:mode="ink">
          <msink:context xmlns:msink="http://schemas.microsoft.com/ink/2010/main" type="writingRegion" rotatedBoundingBox="6321,3814 16592,4244 16510,6217 6239,5787"/>
        </emma:interpretation>
      </emma:emma>
    </inkml:annotationXML>
    <inkml:traceGroup>
      <inkml:annotationXML>
        <emma:emma xmlns:emma="http://www.w3.org/2003/04/emma" version="1.0">
          <emma:interpretation id="{A4DB72F7-9741-4588-BCE3-8FF4DE3E35C4}" emma:medium="tactile" emma:mode="ink">
            <msink:context xmlns:msink="http://schemas.microsoft.com/ink/2010/main" type="paragraph" rotatedBoundingBox="6321,3814 16592,4244 16510,6217 6239,57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C6A8CCD-9187-4CE1-B02C-E087459C7658}" emma:medium="tactile" emma:mode="ink">
              <msink:context xmlns:msink="http://schemas.microsoft.com/ink/2010/main" type="line" rotatedBoundingBox="6321,3814 16592,4244 16510,6217 6239,5787"/>
            </emma:interpretation>
          </emma:emma>
        </inkml:annotationXML>
        <inkml:traceGroup>
          <inkml:annotationXML>
            <emma:emma xmlns:emma="http://www.w3.org/2003/04/emma" version="1.0">
              <emma:interpretation id="{49BF80B6-6145-4B5C-B60F-C70BAEEAF317}" emma:medium="tactile" emma:mode="ink">
                <msink:context xmlns:msink="http://schemas.microsoft.com/ink/2010/main" type="inkWord" rotatedBoundingBox="6297,4406 7860,4472 7815,5538 6252,5473">
                  <msink:destinationLink direction="with" ref="{215D909B-069E-4339-B235-B3F1F25AAC5C}"/>
                </msink:context>
              </emma:interpretation>
              <emma:one-of disjunction-type="recognition" id="oneOf0">
                <emma:interpretation id="interp0" emma:lang="ja-JP" emma:confidence="1">
                  <emma:literal>こ</emma:literal>
                </emma:interpretation>
                <emma:interpretation id="interp1" emma:lang="ja-JP" emma:confidence="0">
                  <emma:literal>さ</emma:literal>
                </emma:interpretation>
                <emma:interpretation id="interp2" emma:lang="ja-JP" emma:confidence="0">
                  <emma:literal>よ</emma:literal>
                </emma:interpretation>
                <emma:interpretation id="interp3" emma:lang="ja-JP" emma:confidence="0">
                  <emma:literal>ご</emma:literal>
                </emma:interpretation>
                <emma:interpretation id="interp4" emma:lang="ja-JP" emma:confidence="0">
                  <emma:literal>上</emma:literal>
                </emma:interpretation>
              </emma:one-of>
            </emma:emma>
          </inkml:annotationXML>
          <inkml:trace contextRef="#ctx0" brushRef="#br0">0 582,'0'26,"27"-26,52 0,-26 0,-27 0,1 0,52 0,-52-26,-1 26,27 0,0-27,-27 1,27 26,-26-27,-1 1,27 26,0-26,-27 26,27-27,0 27,27-26,-27 26,-27 0,1-27,-1 1,0 26,27 0,-53-27,27 27,-1-26,27-1,-26 1,-1 26,1-27,-27 1,26 26,1-26,-1 26,0-27,1 27,-27-26,26 26,1-27,-1 27,1-26,-1 26,1 0,-27-27,-27 1</inkml:trace>
          <inkml:trace contextRef="#ctx0" brushRef="#br0" timeOffset="2026.9787">185 317,'0'27,"0"-1,0 1,0-1,0 1,0-1,0 53,-26-52,26 26,-27 0,27 0,-52 0,52-27,0 0,0 1,-27-1,27 27,0-26,0-1,27-26,25 0,1 0,0 0,0 0,-26-26,26 26,-1-27,-25 1,-1 26,27 0,-26 0,26 0,-27 0,1 0,-1 0</inkml:trace>
        </inkml:traceGroup>
        <inkml:traceGroup>
          <inkml:annotationXML>
            <emma:emma xmlns:emma="http://www.w3.org/2003/04/emma" version="1.0">
              <emma:interpretation id="{7A109C57-8C16-420C-A8A6-59493FD077B0}" emma:medium="tactile" emma:mode="ink">
                <msink:context xmlns:msink="http://schemas.microsoft.com/ink/2010/main" type="inkWord" rotatedBoundingBox="8424,4274 10091,4343 10044,5471 8377,5401"/>
              </emma:interpretation>
              <emma:one-of disjunction-type="recognition" id="oneOf1">
                <emma:interpretation id="interp5" emma:lang="ja-JP" emma:confidence="1">
                  <emma:literal>ぜ</emma:literal>
                </emma:interpretation>
                <emma:interpretation id="interp6" emma:lang="ja-JP" emma:confidence="0">
                  <emma:literal>せ</emma:literal>
                </emma:interpretation>
                <emma:interpretation id="interp7" emma:lang="ja-JP" emma:confidence="0">
                  <emma:literal>ビ</emma:literal>
                </emma:interpretation>
                <emma:interpretation id="interp8" emma:lang="ja-JP" emma:confidence="0">
                  <emma:literal>ボ</emma:literal>
                </emma:interpretation>
                <emma:interpretation id="interp9" emma:lang="ja-JP" emma:confidence="0">
                  <emma:literal>ざ</emma:literal>
                </emma:interpretation>
              </emma:one-of>
            </emma:emma>
          </inkml:annotationXML>
          <inkml:trace contextRef="#ctx0" brushRef="#br0" timeOffset="4282.9823">2143 79,'0'27,"27"-1,26 1,-27-27,27 0,-53 26,26-26,1 0,-1 0,1 0,26 0,0 0,0 0,-27 0,27 0,-27 0,1 0,-1 0,1 0,-1 0,1 0,-1 0,-26-26,27 26,-1-27,1 27,-27-26,26 26,-26-27,26 1,1 26,-1 0,1-27,-1 27,1-26,-1-1</inkml:trace>
          <inkml:trace contextRef="#ctx0" brushRef="#br0" timeOffset="5234.8995">2911-53,'0'26,"0"1,0-1,0 27,0-26,0-1,0 53,0-52,0 26,0 0,0 0,0 0,0-27,0 0,0 1,0 26,0-27,0 1,0-1,26 1</inkml:trace>
          <inkml:trace contextRef="#ctx0" brushRef="#br0" timeOffset="6839.5496">2408 26,'-27'53,"1"-26,26 26,-27-27,27 0,0 1,0-1,0 1,0-1,0 1,0-1,0 27,0-26,0 25,0-25,27-1,-27 1,0-1,26-26,-26 27,27-27,-27 26,26 1,-26-1,27-26,-27 27,26-27,1 26,-27 1,26-27,1 0,-27 26,26-26,1 0,-1 26,0-26,27 27,-26-27,-1 26,1-26,-1 0,1 0,-1 0,53 27,-52-27,26 0,-27 0,1 0,-1 0,27 26,-26-26,-1 0,0 0,-26 27,27-27,-1 0,1 0</inkml:trace>
          <inkml:trace contextRef="#ctx0" brushRef="#br0" timeOffset="7779.2203">3360-132,'0'52,"0"-25,27-27,-27 26,26-26,-26 27,0-1,27 1,-1-1,-26 54,27-28,-1-52,-26 53,27-26,-27-1,26 1</inkml:trace>
          <inkml:trace contextRef="#ctx0" brushRef="#br0" timeOffset="9443.5377">3704-132,'0'26,"0"0,27-26,-27 27,0-1,26-26,-26 27,27-1,-27 1,0-1,26-26,-26 27,0-1,0 1</inkml:trace>
        </inkml:traceGroup>
        <inkml:traceGroup>
          <inkml:annotationXML>
            <emma:emma xmlns:emma="http://www.w3.org/2003/04/emma" version="1.0">
              <emma:interpretation id="{4AE78A57-A9D3-4BB8-9E47-F36AAD85B50A}" emma:medium="tactile" emma:mode="ink">
                <msink:context xmlns:msink="http://schemas.microsoft.com/ink/2010/main" type="inkWord" rotatedBoundingBox="10299,4464 11033,4495 10975,5879 10241,5848"/>
              </emma:interpretation>
              <emma:one-of disjunction-type="recognition" id="oneOf2">
                <emma:interpretation id="interp10" emma:lang="ja-JP" emma:confidence="1">
                  <emma:literal>ん</emma:literal>
                </emma:interpretation>
                <emma:interpretation id="interp11" emma:lang="ja-JP" emma:confidence="0">
                  <emma:literal>く</emma:literal>
                </emma:interpretation>
                <emma:interpretation id="interp12" emma:lang="ja-JP" emma:confidence="0">
                  <emma:literal>い</emma:literal>
                </emma:interpretation>
                <emma:interpretation id="interp13" emma:lang="ja-JP" emma:confidence="0">
                  <emma:literal>人</emma:literal>
                </emma:interpretation>
                <emma:interpretation id="interp14" emma:lang="ja-JP" emma:confidence="0">
                  <emma:literal>せ</emma:literal>
                </emma:interpretation>
              </emma:one-of>
            </emma:emma>
          </inkml:annotationXML>
          <inkml:trace contextRef="#ctx0" brushRef="#br0" timeOffset="11975.8039">4181 0,'0'26,"0"27,0-26,0-1,-27 1,27-1,0 0,-26 27,26 0,-27 0,1 27,26-54,0 27,-27-27,1 27,26 0,0 0,0 27,-27-28,27 1,0 0,0-26,0-54,0 1,0-27,0 0,27 27,-1-1,-26 1,27-1,-27 1,26 26,-26-27,27 27,-1 0,1-26,-1 26,-26-27,26 27,-26-26,27 26,-27 26,26 27,1 53,26 26,-27-52,27 52,-26-53,-27-26,26 0,0 0,-26-26,27-1,-1-26,1 0,-1-26,-26-1,27 27,-1-26,1-1,-27 1</inkml:trace>
        </inkml:traceGroup>
        <inkml:traceGroup>
          <inkml:annotationXML>
            <emma:emma xmlns:emma="http://www.w3.org/2003/04/emma" version="1.0">
              <emma:interpretation id="{251468B4-FBF5-4B18-8215-77D8F3D8AD52}" emma:medium="tactile" emma:mode="ink">
                <msink:context xmlns:msink="http://schemas.microsoft.com/ink/2010/main" type="inkWord" rotatedBoundingBox="11280,4401 12551,4455 12498,5711 11227,5658"/>
              </emma:interpretation>
              <emma:one-of disjunction-type="recognition" id="oneOf3">
                <emma:interpretation id="interp15" emma:lang="ja-JP" emma:confidence="1">
                  <emma:literal>ぶ</emma:literal>
                </emma:interpretation>
                <emma:interpretation id="interp16" emma:lang="ja-JP" emma:confidence="0">
                  <emma:literal>ぷ</emma:literal>
                </emma:interpretation>
                <emma:interpretation id="interp17" emma:lang="ja-JP" emma:confidence="0">
                  <emma:literal>ふ</emma:literal>
                </emma:interpretation>
                <emma:interpretation id="interp18" emma:lang="ja-JP" emma:confidence="0">
                  <emma:literal>げ</emma:literal>
                </emma:interpretation>
                <emma:interpretation id="interp19" emma:lang="ja-JP" emma:confidence="0">
                  <emma:literal>が</emma:literal>
                </emma:interpretation>
              </emma:one-of>
            </emma:emma>
          </inkml:annotationXML>
          <inkml:trace contextRef="#ctx0" brushRef="#br0" timeOffset="13143.3892">5398-53,'0'26,"0"1,0-1,0 1,0-1,26-26,-26 27,0-1,27-26,-27 27,0-1,26 0,0-26</inkml:trace>
          <inkml:trace contextRef="#ctx0" brushRef="#br0" timeOffset="14558.6978">5503 502,'0'27,"0"-1,27 1,-27-1,26 1,1-27,-27 26,0 1,26-27,-26 26,0 1,0-1,27-26,-27 27,0-1,0 0,0 27,26-53,-26 27,0-1,27-26,-27 27,0-1,0 1,0-1,0 1,0-1,0 1,0-1,0 0,-27-26,1 0,26-26,-27 26,1 0</inkml:trace>
          <inkml:trace contextRef="#ctx0" brushRef="#br0" timeOffset="15719.7757">4974 794,'0'26,"0"0,0 1,0-1,0 1,0 52,0-52,0-1,0 1,27-27,-27 26,0 1,26-27,-26 26,0 0,27-26,-1 0,1 0,-1 0,1 0,-1-26,27 0,0-54</inkml:trace>
          <inkml:trace contextRef="#ctx0" brushRef="#br0" timeOffset="16938.6688">6086 820,'-27'0,"27"26,0 1,0-1,27 1,-27-1,26-26,-26 27,26-27,-26 26,27 1,-27-1</inkml:trace>
          <inkml:trace contextRef="#ctx0" brushRef="#br0" timeOffset="17935.3542">5847 132,'0'27,"27"-1,-27 0,26 1,1-1,-27 1,26-27,-26 26,0 1,27-54</inkml:trace>
          <inkml:trace contextRef="#ctx0" brushRef="#br0" timeOffset="18803.4898">6112 26,'0'27,"26"-27,1 26,-1 27,1-26,-27-1,26-26,-26 26,27-26,-27 27</inkml:trace>
        </inkml:traceGroup>
        <inkml:traceGroup>
          <inkml:annotationXML>
            <emma:emma xmlns:emma="http://www.w3.org/2003/04/emma" version="1.0">
              <emma:interpretation id="{94423236-790B-460B-BCE7-08E038367165}" emma:medium="tactile" emma:mode="ink">
                <msink:context xmlns:msink="http://schemas.microsoft.com/ink/2010/main" type="inkWord" rotatedBoundingBox="12982,4329 14772,4404 14715,5772 12924,5697"/>
              </emma:interpretation>
              <emma:one-of disjunction-type="recognition" id="oneOf4">
                <emma:interpretation id="interp20" emma:lang="ja-JP" emma:confidence="0.5">
                  <emma:literal>大</emma:literal>
                </emma:interpretation>
                <emma:interpretation id="interp21" emma:lang="ja-JP" emma:confidence="0">
                  <emma:literal>炆</emma:literal>
                </emma:interpretation>
                <emma:interpretation id="interp22" emma:lang="ja-JP" emma:confidence="0">
                  <emma:literal>放</emma:literal>
                </emma:interpretation>
                <emma:interpretation id="interp23" emma:lang="ja-JP" emma:confidence="0">
                  <emma:literal>坊</emma:literal>
                </emma:interpretation>
                <emma:interpretation id="interp24" emma:lang="ja-JP" emma:confidence="0">
                  <emma:literal>蚊</emma:literal>
                </emma:interpretation>
              </emma:one-of>
            </emma:emma>
          </inkml:annotationXML>
          <inkml:trace contextRef="#ctx0" brushRef="#br0" timeOffset="20399.985">6694 291,'0'26,"53"-26,-27 0,1-26,-1 26,-26-27,27 27,-1-26,-26-1,27 1,-1 0,1 26,-27-27,26 1,-26-1,27 27,-1 0,-26-26,26 26,-26-27,27 27,26-26,-27 26,-26-27,27 27,-1 0,1 0,-27-26,26 26,-79 0</inkml:trace>
          <inkml:trace contextRef="#ctx0" brushRef="#br0" timeOffset="22263.9858">6932-132,'0'26,"27"0,-1 54,-26-27,0-27,27 27,-27-26,0-1,26 27,-26-27,0 54,0-54,26 1,-26 26,0-27,0 0,0 1,0-1,0 1,0-1,0 27,0-26,0-1,0 1,0-1,0 1,0-1,0 0,0 1,0-1,0 1,-26-27,26 26,-26 1,26-1,-27-26,1 27,26-1,-27 1,27-1,-26-26,26 27,-53-27,26 26,1-26,26 26,-27-26,1 27,52-27</inkml:trace>
          <inkml:trace contextRef="#ctx0" brushRef="#br0" timeOffset="24011.3873">7064 661,'0'27,"27"-1,-27 1,26-27,-26 26,27 1,-1-1,1 0,-27 1,26-1,1-26,-27 53,53-26,-53-1,0 1,26-27,-26 26,27-26,-27 27,26-27,0 0,1 0,-1 0,-26 26,27-26,-1 0,1 0,-27 27,26-27</inkml:trace>
          <inkml:trace contextRef="#ctx0" brushRef="#br0" timeOffset="28787.0402">8043 608,'0'0,"0"27,0-1,0 1,0-1,0 1,0-1,0 1,0-1,-26-26,26 26,0 1,-26-27,26 26,0 1,-27-27,1 26,-1-26,1 27,-1-1,1 1,-27 26,26-27,1 1,0-27,-1 0,27 26,-26-26</inkml:trace>
          <inkml:trace contextRef="#ctx0" brushRef="#br0" timeOffset="30095.4578">7726 714,'26'53,"-26"-26,27-1,-27 0,0 1,0-1,0 1,26-27,1 26,-27 1,26-27,1 0,-27 26,26-26,-26 27,27-27,-1 26,-26 1,27-27,-1 26,0 1,1-27,-1 26,1 0,-1-26,1 0,-27 27,26-27,1 0,-27 26,26-26,1 27,-1-1,0-26,1 0,-1 0,1 0,-1 0</inkml:trace>
          <inkml:trace contextRef="#ctx0" brushRef="#br0" timeOffset="27230.7582">7461 291,'27'0,"-1"0,1 0,-1 0,1 0,-1 0,1 0,26 0,-27 0,0 0,1 0,-1 0,1 0,-1-27,54 27,-54 0,27 0,0-26,-27 26,80-27,-79 27,-1 0,1 0,-1 0,27 0,-27 0,27 0,-26 0,-27-26,26 0</inkml:trace>
          <inkml:trace contextRef="#ctx0" brushRef="#br0" timeOffset="25751.4948">7885-80,'0'27,"0"-1,0 1,-27-27,27 26,0 1,0-1,0 1,0-1,27 1,-27-1,26-26,1 26,-1-26</inkml:trace>
        </inkml:traceGroup>
        <inkml:traceGroup>
          <inkml:annotationXML>
            <emma:emma xmlns:emma="http://www.w3.org/2003/04/emma" version="1.0">
              <emma:interpretation id="{4E1F973C-4DC4-4581-A0C2-F5FED036A21B}" emma:medium="tactile" emma:mode="ink">
                <msink:context xmlns:msink="http://schemas.microsoft.com/ink/2010/main" type="inkWord" rotatedBoundingBox="15186,4186 16592,4244 16510,6217 15103,6158"/>
              </emma:interpretation>
              <emma:one-of disjunction-type="recognition" id="oneOf5">
                <emma:interpretation id="interp25" emma:lang="ja-JP" emma:confidence="1">
                  <emma:literal>字</emma:literal>
                </emma:interpretation>
                <emma:interpretation id="interp26" emma:lang="ja-JP" emma:confidence="0">
                  <emma:literal>学</emma:literal>
                </emma:interpretation>
                <emma:interpretation id="interp27" emma:lang="ja-JP" emma:confidence="0">
                  <emma:literal>宗</emma:literal>
                </emma:interpretation>
                <emma:interpretation id="interp28" emma:lang="ja-JP" emma:confidence="0">
                  <emma:literal>官</emma:literal>
                </emma:interpretation>
                <emma:interpretation id="interp29" emma:lang="ja-JP" emma:confidence="0">
                  <emma:literal>写</emma:literal>
                </emma:interpretation>
              </emma:one-of>
            </emma:emma>
          </inkml:annotationXML>
          <inkml:trace contextRef="#ctx0" brushRef="#br0" timeOffset="35167.1843">8890 345,'0'26,"27"-26,-1 0,1 0,25 0,-25 0,-1 0,1 27,26-27,26 0,53 0,1-27,131-26,-79-26,-26 0,-132 26,52-27,-52 1,25 52,-52-26,27 27,-27 0,0 52,0 0,-27 1,27-1,-26 1,26-1,0 1,-26-1,26 27,0-26,0-1,-27 1,27 25,-26 1,26 0,0 0,-27 0,27-26,0-1,0 1,0-1,0 0,0 1</inkml:trace>
          <inkml:trace contextRef="#ctx0" brushRef="#br0" timeOffset="33380.1391">8917 344,'0'26,"0"1,0-1,0 1,0-1,26-26,-26 26,0 1,0-1,27-26</inkml:trace>
          <inkml:trace contextRef="#ctx0" brushRef="#br0" timeOffset="38599.3849">9155 1587,'26'0,"1"0,-1 0,27 0,0 0,-27 0,1 0,-1 0,1 0,-1 0,1-26,-1 26,1-27,-1 27,0-26,1 26,52 0,-52 0,-27-27,26 27,-26-26,27 26,-1 0,1 0,-1 0,-26-26,27 26,-1 0,0 0,1 0,-1 0,1 0,-1 0,-26-27,27 27,-1 0,-26-26,27-1,-27 1,26 26,-26-27,0 1,-26-1</inkml:trace>
          <inkml:trace contextRef="#ctx0" brushRef="#br0" timeOffset="31943.4509">9393-265,'-27'27,"1"-27,26 26,0 1,0-1,0 1,-27-27,27 26,0 0,0 1,0-1,0 1,0-1,0 1,0-1,0 1</inkml:trace>
          <inkml:trace contextRef="#ctx0" brushRef="#br0" timeOffset="37079.2282">9340 846,'0'-26,"53"0,-27 26,1 0,26 0,-27 0,27 0,-27 0,1 0,26 0,-27 0,1 0,-1 0,1 0,-27 26,0 0,0 1,-27-1,1-26,-1 27,27-1,-53-26,53 53,-53-53,27 53,0-53,26 27,-27-1,27 1,0-1,53 0,-27-26,-26 27,27-27,-1 26,27-26,-53 27,27-27,-27 26,26-26,-26 27,0-1,27-26,-27 27,26-1,-26 1,0-1,0 0,0 1,0-1,0 1,0-1,0 1,0 26,-26-53,-1 0,27 26,-26-26,26 27,-27-27,1 0,-1 0,1 0,-1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3:05.22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15D909B-069E-4339-B235-B3F1F25AAC5C}" emma:medium="tactile" emma:mode="ink">
          <msink:context xmlns:msink="http://schemas.microsoft.com/ink/2010/main" type="inkDrawing" rotatedBoundingBox="1268,9537 4444,9503 4449,9966 1273,10000" semanticType="callout" shapeName="Other">
            <msink:sourceLink direction="with" ref="{49BF80B6-6145-4B5C-B60F-C70BAEEAF317}"/>
          </msink:context>
        </emma:interpretation>
      </emma:emma>
    </inkml:annotationXML>
    <inkml:trace contextRef="#ctx0" brushRef="#br0">0 68,'27'27,"-27"-1,26 1,27-27,0 26,-26-26,-1 0,1 0,-1 0,1 0,-1 0,-26 27,26-27,1 0,-27 26,26-26,1 0,-1 0,1 26,-1-26,1 0,-1 0,1 0,26 0,-1 0,1 0,-26 0,-1 0,27 0,-26 0,-1 0,1 0,-1 0,0 0,1 27,52-27,1 26,-1-26,53 27,-26-27,-26 26,-54-26,27 27,-27-27,1 0,-1 0,1 0,-1 0,-26 26,27-26,-1 27,1-27,-1 0,1 0,-1 26,0-26,1 0,-1 0,1 0,-1 0,1 0,-1 0,1 0,-1 0,1 0,-1 0,0 0,1 0,-1 0,1 0,26 0,-27 0,1 0,-27-26,26 26,-26-27,27 1,-1-1,-26 1,26-1,-26 1,0-1,27 27,-27-26,26 0,1-1,-1 1,-26-1,27 27,-1 0,1 0,-1 0,-26-26,27 26,-1 0,1 0,-1 0,0 0,1 0,-1 0,1 0,-1-27,1 27,-1 0,1 0,-1 0,1 0,-1-26,1 26,-27-27,-27 27,-26 0,27 0,-27 0,26 0,-26 0,27 0,-27 0,0 0,27 0,-54 0,54 0,-54 0,1 0,0 0,-1 0,-26 0,-26 0,0 0,-27 0,53 0,-26 0,0 0,-1 0,28 0,-28 27,80-27,-26 0,53 0,-27 26,0-26,26 27,1-27,-1 0,1 0,-27 26,27-26,-27 27,26-27,1 0,-1 0,27 26,-26-26,-1 0,1 0,26 27,-27-27,1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1:26.72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E0044F3-E8E0-4DE8-BF1D-8FC0084B982A}" emma:medium="tactile" emma:mode="ink">
          <msink:context xmlns:msink="http://schemas.microsoft.com/ink/2010/main" type="inkDrawing" rotatedBoundingBox="2628,2393 3307,3159 2998,3433 2319,2667" semanticType="callout" shapeName="Other">
            <msink:sourceLink direction="with" ref="{55C4BE11-63D9-4A87-9235-18170288B011}"/>
          </msink:context>
        </emma:interpretation>
      </emma:emma>
    </inkml:annotationXML>
    <inkml:trace contextRef="#ctx0" brushRef="#br0">0 0,'26'0,"1"26,-1 1,27-27,0 26,-27 1,1-27,-27 26,26-26,1 27,-1-27,1 26,-1 0,1-26,-1 0,-26 27,53-27,-27 26,-26 1,27-27,-1 0,1 26,-1 1,1-1,26 27,-1 0,-52-27,53-26,-53 27,27-1,-27 1,0-1,0 1,-27-1,1 1,-27-27,27 0,-1 26,1-26,-1 27,1-27,26 26,-27-26,1 0,-1 0,1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1:24.85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C4BE11-63D9-4A87-9235-18170288B011}" emma:medium="tactile" emma:mode="ink">
          <msink:context xmlns:msink="http://schemas.microsoft.com/ink/2010/main" type="inkDrawing" rotatedBoundingBox="878,10913 1139,2917 2539,2962 2277,10959" shapeName="Other">
            <msink:destinationLink direction="with" ref="{DE0044F3-E8E0-4DE8-BF1D-8FC0084B982A}"/>
            <msink:destinationLink direction="with" ref="{CB983D35-96CE-47AB-A391-3F7237331B5F}"/>
          </msink:context>
        </emma:interpretation>
      </emma:emma>
    </inkml:annotationXML>
    <inkml:trace contextRef="#ctx0" brushRef="#br0">229 7964,'0'-53,"0"0,0 26,26-26,1-26,-1 0,-26 26,0-27,27 1,-27 26,0 0,0 0,26 0,-26-26,27 26,-27 0,26 0,-26 0,27 0,-27-26,0 53,0-27,0 0,26 0,-26 0,0 26,27 1,-27 0,0-1,0 1,0-27,0 26,0 1,0-1,0 1,0-1,0 1,0-1,0 1,0-27,0 27,0-1,0-26,0 0,0 27,0-1,0-26,-27 1,27 25,-26-26,26 0,-27 27,1-27,26 26,-27-25,1 25,26-26,-27 0,1 0,-1 27,27-27,-53 27,53-1,-26-26,0 0,26 27,-27-1,27-26,0 27,-26-1,-1-25,27 25,0 1,0-1,0-52,-26 52,26-26,0 27,0-27,0-26,-27 26,27 0,0 0,0-79,0 52,0 27,0 0,0-26,0 0,0 26,0 26,0-26,0 0,0 1,0 25,0 1,0-1,0-26,0 27,0-1,0-26,0 0,0 27,0 0,0-27,0 26,0 1,27-1,-27 1,0-1,0-26,26 27,-26 0,27-27,-27 26,0 1,0-1,0 1,0-1,0 1,0-1,0 1,0 0,0-1,0 1,0-54,0 54,0-1,0 1,-27-1,27 1,0-27,0 27,0-1,0 1,-26-27,26 26,0 1,-27-1,27 1,0-1,0 1,0-1,0 1,0 0,0-1,0 1,0-1,0 1,0-1,0 1,0-1,0 1,0-1,0 1,0 0,27-1,-27 1,0-1,26 1,-26-1,27-26,-27 27,0-1,26-25,1 52,-27-27,0 1,0-1,26 1,-26-1,26-26,1 27,-27-1,0 1,0-1,0 1,26 26,-26-26,0-27,27 0,-27 26,0 1,0-27,26 53,-26-53,0 0,0 27,0-1,27 1,-27-1,0 1,26-1,-26-26,0 27,27-1,-27-25,26 25,-26 1,0-1,0 1,27-1,-27 1,26-1,1 27,-27-26,0-1,26 27,-26-26,26 26,27 0,-26-26,-1-1,27 27,-26 0,-1 0,27-26,-26-1,-1 27,0 0,27 0,-26 0,26 0,-27 0,1 0,-1 0,27 0,-27 0,1 0,26 0,-27 0,54 0,-54 0,1 0,-1 0,-26-26,26 26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1:28.43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1B57D8F-1048-4293-9296-9518280D327F}" emma:medium="tactile" emma:mode="ink">
          <msink:context xmlns:msink="http://schemas.microsoft.com/ink/2010/main" type="inkDrawing" rotatedBoundingBox="4171,2734 4377,2952 4333,2994 4127,2777" semanticType="callout" shapeName="Other"/>
        </emma:interpretation>
      </emma:emma>
    </inkml:annotationXML>
    <inkml:trace contextRef="#ctx0" brushRef="#br0">0 1,'26'0,"1"0,-1 0,1 27,-1-1,1 1,-27-1,26-26,-26 27,0-1,27-26,-27 27,0-1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2:01.82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CA5EA59-B3DA-410D-AA7E-DEF1A790DC7E}" emma:medium="tactile" emma:mode="ink">
          <msink:context xmlns:msink="http://schemas.microsoft.com/ink/2010/main" type="inkDrawing" rotatedBoundingBox="4051,3377 4648,3599 4623,3669 4025,3446" semanticType="callout" shapeName="Other"/>
        </emma:interpretation>
      </emma:emma>
    </inkml:annotationXML>
    <inkml:trace contextRef="#ctx0" brushRef="#br0">0 0,'0'26,"0"1,26-27,-26 26,27-26,-1 0,0 0,1 0,-1 0,1 0,-1 0,1 0,-1 27,1-27,-27 26,26-26,1 27,-1-27,0 0,-26 26,27-26,-1 0,-26 27,27-27,-1 0,1 26,-1-26,-26 27,27-27,-27-27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2:03.31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DFB5EB9-347B-4CC3-AD35-B231E78883C7}" emma:medium="tactile" emma:mode="ink">
          <msink:context xmlns:msink="http://schemas.microsoft.com/ink/2010/main" type="inkDrawing" rotatedBoundingBox="5079,2830 5643,3291 5601,3341 5037,2880" semanticType="callout" shapeName="Other"/>
        </emma:interpretation>
      </emma:emma>
    </inkml:annotationXML>
    <inkml:trace contextRef="#ctx0" brushRef="#br0">0 0,'0'27,"0"-1,27-26,-27 27,0-1,26-26,1 27,-1-27,-26 26,53 1,-26-1,-1 0,80 27,-80 0,27-53,-26 53,26-53,-53 53,26-53,-26 27,27-27,-27 26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2:04.82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9449B7C-FBDD-4CB6-97EF-018D5D63DCBF}" emma:medium="tactile" emma:mode="ink">
          <msink:context xmlns:msink="http://schemas.microsoft.com/ink/2010/main" type="inkDrawing" rotatedBoundingBox="5106,3545 5959,3784 5943,3841 5090,3601" semanticType="callout" shapeName="Other"/>
        </emma:interpretation>
      </emma:emma>
    </inkml:annotationXML>
    <inkml:trace contextRef="#ctx0" brushRef="#br0">0 0,'0'26,"26"1,1-27,-1 26,1-26,-1 0,1 0,-1 0,-26 27,27-27,-1 0,1 0,-1 26,0-26,1 26,26-26,-27 0,27 27,-26-27,52 26,-53-26,27 0,-53 27,27-27,26 0,-27 0,-26 26,27-26,-1 0,1 0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2:07.05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22B07EF-BFA3-47C3-A382-956BAB1E1AF5}" emma:medium="tactile" emma:mode="ink">
          <msink:context xmlns:msink="http://schemas.microsoft.com/ink/2010/main" type="inkDrawing" rotatedBoundingBox="6129,2821 7285,3141 7188,3493 6032,3174" shapeName="Other">
            <msink:destinationLink direction="with" ref="{CB983D35-96CE-47AB-A391-3F7237331B5F}"/>
          </msink:context>
        </emma:interpretation>
      </emma:emma>
    </inkml:annotationXML>
    <inkml:trace contextRef="#ctx0" brushRef="#br0">0 207,'26'0,"1"0,-1 0,1 0,26 0,-27-26,1 26,-1-27,1 27,-1 0,1-26,-1 26,0 0,1 0,-1 0,-26-26,27 26,-27-27,26 27,1 0,-1-26,1 26,-27-27,26 27,1-26,-1 52,-26 1,53-27,-53 26,0 1,0-1,26-26,1 0,-1 26,-26 1,27-27,-1 26,1-26,-27 27,26-1,27 1,-53-1,26 1,27 26,-26-53,-1 26,1 0,-1-26,-26 27,27-27,-27 26,26-26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3:34.37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B983D35-96CE-47AB-A391-3F7237331B5F}" emma:medium="tactile" emma:mode="ink">
          <msink:context xmlns:msink="http://schemas.microsoft.com/ink/2010/main" type="inkDrawing" rotatedBoundingBox="1044,1134 5756,1483 5705,2179 992,1830" semanticType="callout" shapeName="Other">
            <msink:sourceLink direction="with" ref="{822B07EF-BFA3-47C3-A382-956BAB1E1AF5}"/>
            <msink:sourceLink direction="with" ref="{55C4BE11-63D9-4A87-9235-18170288B011}"/>
          </msink:context>
        </emma:interpretation>
      </emma:emma>
    </inkml:annotationXML>
    <inkml:trace contextRef="#ctx0" brushRef="#br0">0 352,'26'0,"1"0,-1 0,1 0,-1 0,27 0,-26 0,-1 0,0 0,1 0,-1 0,1 27,-1-27,27 26,-26-26,26 0,-27 0,1 0,-1 0,0 0,1 0,-1 0,1 27,-1-27,27 0,-26 0,-1 26,27-26,-26 0,-1 0,0 0,1 0,26 0,-27 0,1 0,26 0,0 0,26 0,-26 0,-27 0,1 0,26 0,-27 0,1 0,-1 0,0 0,1 0,-1 0,27 26,0-26,0 27,0-27,0 0,0 26,-27-26,1 0,-1 0,1 27,26-1,-27-26,27 0,0 0,26 27,-26-1,0-26,-26 0,26 27,-27-27,0 0,1 26,26-26,-27 0,1 0,-1 0,1 0,-1 0,1 0,-1 27,0-27,1 0,-1 0,1 0,-1 0,1 0,-1 0,1 0,26 0,26 0,-53 0,54 0,-54 0,1 0,-1 0,1 0,-1 0,1 0,-1 0,27 0,-27 0,1 0,-1 0,1 0,-1 0,1 0,-1 0,1 0,-1 0,1 0,-1 0,0 0,1 0,-1 0,27 0,-26 0,-1 0,1 0,-1 0,1 0,-27-27,26 27,0 0,27 0,-26 0,-1 0,1 0,-1 0,1 0,-27-26,26 26,1 0,-1 0,-26-27,27 27,-1 0,-26-26,26 26,1-27,-1 27,1-26,-27-1,26 27,1-26,-1 26,-26-27,27 27,-1-26,1 0,-1 26,-26-27,27 27,-27-26,26 26,-26-27,0 1,-26 26,-1 0,1-27,-1 27,-26-26,27-1,-1 27,-26 0,0-26,27 26,-27 0,27 0,-54-27,1 27,26 0,0-26,-26 26,-1 0,1-26,0 26,-1-27,-26 27,27-26,-53 26,79 0,-27 0,27 0,1-27,-1 27,0 0,0-26,26 26,1 0,-1 0,1 0,-27 0,27 0,-1 0,1 0,-1 0,1 0,-1 0,-26 0,0 0,1 0,-1 0,0 0,0 0,0 0,0 0,0 0,0 0,-26 0,26 0,26 0,-26 0,27 0,-27 0,0 0,0 0,27 0,-27 0,26 0,1 0,-53 0,-1 0,54 0,-27 0,0 0,26 0,-25 0,25 0,1 0,-1 0,1 0,-1 0,1 0,-27 0,26 0,1 0,0 0,-1 0,1 0,-1 0,1 0,-1 0,-26 0,27 0,-1 0,-26 26,1-26,-1 0,0 0,26 0,-26 0,27 0,-1 0,1 27,-1-27,27-53,53 53,-26-27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3:49.36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9DEDDE6-836A-4E03-BD6F-0CEC4434969B}" emma:medium="tactile" emma:mode="ink">
          <msink:context xmlns:msink="http://schemas.microsoft.com/ink/2010/main" type="inkDrawing" rotatedBoundingBox="1242,1453 5956,1567 5942,2165 1227,2051" shapeName="Other"/>
        </emma:interpretation>
      </emma:emma>
    </inkml:annotationXML>
    <inkml:trace contextRef="#ctx0" brushRef="#br0">4725 172,'-27'0,"0"0,1 0,-28-53,1 27,26-1,1 1,-1 26,0 0,1-27,-28 27,28 0,-1 0,-26 0,-27 0,27 0,-27 0,-27 0,27 0,27 0,0 0,-1 0,1 0,0 0,-27 0,0 27,26-27,-26 26,-26 1,53-1,-54 0,54-26,-1 27,1-1,26 1,-26-27,0 0,26 26,-26-26,-1 27,28-27,-1 0,-26 26,26 0,-26-26,0 0,26 0,0 27,-26-27,26 26,-26 1,26-27,1 26,-1-26,0 26,27 1,-26-27,-1 0,1 0,-1 0,0 0,1 0,26 26,-54-26,28 0,-1 0,0 0,1 0,-28 0,28 0,-1 0,0 0,1 0,-1 0,0 0,1 0,-1 0,0 0,1 0,-1 0,1 0,-1 0,0 0,1 0,-1 0,0 0,1 0,-1 0,0-26,1 26,-1 0,0-27,1 27,-1 0,0 0,1 0,26-26,-54 26,28 0,-1 0,1 0,-1 0,0 0,27-26,-26 26,-1 0,0 0,27-27,-26 27,-1 0,0 0,27-26,-53 26,0 0,26 0,0 0,27-27,-26 27,-1 0,0-26,1 26,26-26,-27 26,0 0,1 0,26-27,-27 27,1 0,-1 0,0 0,1 0,-1-26,0 26,1 0,-1 0,27-27,-27 27,54 0,0 0,53-26,-54 26,28 0,-1 0,-27 0,28 0,-1 0,0-27,-26 27,26 0,1 0,-28 0,1 0,26 0,-26 0,26 0,1 0,-1 0,27-26,0 26,0 0,-27 0,27-26,-27 26,-26 0,0 0,-1 0,1 0,-1 0,1 0,26 0,-26 0,0 0,-1 0,1 0,0 0,-1 0,28 0,-28 0,1 0,0 0,-1 0,1 0,0 0,26 0,-26 0,-1 0,1 0,-1 0,1 0,0 0,-1 26,1-26,0 26,-1-26,1 0,0 0,-1 27,1-27,0 0,-1 0,1 0,-27 26,27-26,-1 0,-26 27,27-27,0 0,-1 0,1 0,-1 26,1-26,0 0,-27 27,26-27,1 0,0 26,-1-26,-26 26,27-26,0 0,26 0,27 27,0-1,0 1,80-1,-107 0,0 1,-26-27,26 0,-26 26,0 1,-1-27,1 0,0 0,-27 26,26-26,1 0,0 0,-1 26,1-26,0 0,-1 0,1 0,-1 0,1 0,0 0,-1 0,1 0,26 0,-26 0,0 0,-1 0,1 0,26 0,-26 0,0 0,-1 0,1 0,0 0,-1 0,1 0,-1 0,1 0,0 0,-1 0,1 0,0 0,-27-26,26 26,1 0,0-26,-1 26,1 0,0 0,-1 0,-52-27,-54 1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4:34.90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E86AC95-3856-481F-B339-20412F384739}" emma:medium="tactile" emma:mode="ink">
          <msink:context xmlns:msink="http://schemas.microsoft.com/ink/2010/main" type="inkDrawing" rotatedBoundingBox="6057,4347 8915,4338 8916,4364 6058,4372" shapeName="Other"/>
        </emma:interpretation>
      </emma:emma>
    </inkml:annotationXML>
    <inkml:trace contextRef="#ctx0" brushRef="#br0">0 26,'27'0,"-1"0,1 0,-1 0,1 0,-1 0,1 0,-1 0,1 0,-1 0,1 0,-1 0,0 0,1 0,26 0,0 0,53 0,-1 0,1 0,-26 0,-1 0,27 0,0 0,52 0,-105 0,53 0,-53 0,26 0,1 0,-1 0,27 0,0 0,0 0,-1 0,54 0,-26 0,-81 0,28 0,-1 0,-26 0,-26 0,-1-26,1 26,-1 0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</inkml:traceFormat>
        <inkml:channelProperties>
          <inkml:channelProperty channel="X" name="resolution" value="55.44256" units="1/cm"/>
          <inkml:channelProperty channel="Y" name="resolution" value="36.1204" units="1/cm"/>
        </inkml:channelProperties>
      </inkml:inkSource>
      <inkml:timestamp xml:id="ts0" timeString="2026-10-14T01:04:38.46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5387510-7A9A-4052-B3DD-E1C6DE2892C5}" emma:medium="tactile" emma:mode="ink">
          <msink:context xmlns:msink="http://schemas.microsoft.com/ink/2010/main" type="inkDrawing" rotatedBoundingBox="6116,3942 9742,4107 9736,4258 6110,4093" shapeName="Other"/>
        </emma:interpretation>
      </emma:emma>
    </inkml:annotationXML>
    <inkml:trace contextRef="#ctx0" brushRef="#br0">0 40,'27'0,"-1"0,1 0,26 0,0 0,-27 0,0 0,1 0,-1 0,1 0,-1 0,1 0,-1 0,1 0,26 0,-27 0,53 0,-52 0,26 0,0 0,-27 0,1 0,-1 0,1 0,-1 0,1 0,25 0,1 0,0 0,27 0,-54 0,27 0,-27 0,1 0,-1 0,1 0,-1 0,1 0,-1 0,1 0,26 0,-27 0,53 0,-26-27,0 27,27 0,-54 0,1 0,-1 0,0 0,1 0,-1 0,27 0,0 0,-26 0,52 0,-52 0,25 0,-25 0,-1 0,27 0,-53 27,27-27,26 26,-27-26,27 0,0 27,0-27,-27 26,1-26,52 0,-52 0,-1 0,80 27,-53-27,53 26,-1-26,-52 27,27-27,-27 0,0 0,-27 0,1 0,-1 0,0 0,1 0,-1 0,1 0,-1 0,1 0,-1 0,-26 26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307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みなさま（ビジネスパートナー）のお悩み4つ。このシステムがまとめて解決する。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成約率が上がる理由：これまでの落ち方ごとに、このシステムの対策を並べた。グラフと『約2.2倍』は仮の数字（イメージ）。実際は記録して測る。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システムの流れ（たたき台）。準備：1) ビジネスパートナーがエンジニアの基本情報を登録 2) エンジニアが自分の情報を登録し、やり取りしながら理想のスキルシートを作る。ここでひと区切り。案件ごと：3) 案件が届き、システムが条件に合うエンジニアを選んで送る（所属先にも通知） 4) エンジニアが応募 5) 面談の依頼が入る。このとき面談対策のQ&amp;Aを提案 6) 面談→合格。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D443BB16-1DDF-4046-84DF-3AA64AF06593}"/>
              </a:ext>
            </a:extLst>
          </p:cNvPr>
          <p:cNvSpPr>
            <a:spLocks noGrp="1"/>
          </p:cNvSpPr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2424865E-C06C-41B4-B74A-831C385C4851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A8B1229F-9B68-4E73-9E7B-2B006A5EECE2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9B9BAE88-7494-45AF-8A61-205A42B218B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xmlns="" id="{F8327C5E-2A13-4AF0-A21D-14A24E85A383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　ご提案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DD45B7EE-D5A5-4EC1-8951-B9C077DA1CA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C7E22AE1-628F-498B-B847-C4756F45783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emf"/><Relationship Id="rId18" Type="http://schemas.openxmlformats.org/officeDocument/2006/relationships/customXml" Target="../ink/ink9.xml"/><Relationship Id="rId3" Type="http://schemas.openxmlformats.org/officeDocument/2006/relationships/image" Target="../media/image4.png"/><Relationship Id="rId21" Type="http://schemas.openxmlformats.org/officeDocument/2006/relationships/image" Target="../media/image14.emf"/><Relationship Id="rId7" Type="http://schemas.openxmlformats.org/officeDocument/2006/relationships/image" Target="../media/image7.emf"/><Relationship Id="rId12" Type="http://schemas.openxmlformats.org/officeDocument/2006/relationships/customXml" Target="../ink/ink6.xml"/><Relationship Id="rId17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11" Type="http://schemas.openxmlformats.org/officeDocument/2006/relationships/image" Target="../media/image9.emf"/><Relationship Id="rId5" Type="http://schemas.openxmlformats.org/officeDocument/2006/relationships/image" Target="../media/image6.png"/><Relationship Id="rId15" Type="http://schemas.openxmlformats.org/officeDocument/2006/relationships/image" Target="../media/image11.emf"/><Relationship Id="rId10" Type="http://schemas.openxmlformats.org/officeDocument/2006/relationships/customXml" Target="../ink/ink5.xml"/><Relationship Id="rId19" Type="http://schemas.openxmlformats.org/officeDocument/2006/relationships/image" Target="../media/image13.emf"/><Relationship Id="rId4" Type="http://schemas.openxmlformats.org/officeDocument/2006/relationships/image" Target="../media/image5.png"/><Relationship Id="rId9" Type="http://schemas.openxmlformats.org/officeDocument/2006/relationships/image" Target="../media/image8.emf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5.png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1.emf"/><Relationship Id="rId4" Type="http://schemas.openxmlformats.org/officeDocument/2006/relationships/image" Target="../media/image16.png"/><Relationship Id="rId9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xmlns="" id="{2665E87F-9269-4579-B069-F2EE3CD858E4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7DAB85B8-A400-4ADD-ABC1-7F97E0C4AD2F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案件と人材の出会いを増やし、提案機会を広げる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パートナー連携プラットフォームのご提案</a:t>
            </a:r>
            <a:endParaRPr sz="1600"/>
          </a:p>
          <a:p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みなさまへ</a:t>
            </a:r>
            <a:endParaRPr sz="1600"/>
          </a:p>
          <a:p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>
              <a:ext uri="{FF2B5EF4-FFF2-40B4-BE49-F238E27FC236}">
                <a16:creationId xmlns:a16="http://schemas.microsoft.com/office/drawing/2014/main" xmlns="" id="{1BDBE7D6-639F-4539-933E-E458AD4C2448}"/>
              </a:ext>
            </a:extLst>
          </p:cNvPr>
          <p:cNvSpPr>
            <a:spLocks noGrp="1"/>
          </p:cNvSpPr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>
              <a:ext uri="{FF2B5EF4-FFF2-40B4-BE49-F238E27FC236}">
                <a16:creationId xmlns:a16="http://schemas.microsoft.com/office/drawing/2014/main" xmlns="" id="{74DEBC1D-363B-4437-845E-28744AD9A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インク 7"/>
              <p14:cNvContentPartPr/>
              <p14:nvPr/>
            </p14:nvContentPartPr>
            <p14:xfrm>
              <a:off x="2257380" y="1514400"/>
              <a:ext cx="3719160" cy="715320"/>
            </p14:xfrm>
          </p:contentPart>
        </mc:Choice>
        <mc:Fallback>
          <p:pic>
            <p:nvPicPr>
              <p:cNvPr id="8" name="インク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5500" y="1502520"/>
                <a:ext cx="374292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インク 33"/>
              <p14:cNvContentPartPr/>
              <p14:nvPr/>
            </p14:nvContentPartPr>
            <p14:xfrm>
              <a:off x="457020" y="3423480"/>
              <a:ext cx="1143720" cy="171720"/>
            </p14:xfrm>
          </p:contentPart>
        </mc:Choice>
        <mc:Fallback>
          <p:pic>
            <p:nvPicPr>
              <p:cNvPr id="34" name="インク 3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140" y="3411600"/>
                <a:ext cx="116748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43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DB58147C-DC96-43A2-A47A-AD04B877554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みなさまの提案機会を、グループ全体で広げる</a:t>
            </a:r>
            <a:endParaRPr sz="2800"/>
          </a:p>
        </p:txBody>
      </p:sp>
      <p:sp>
        <p:nvSpPr>
          <p:cNvPr id="3" name="想い1円">
            <a:extLst>
              <a:ext uri="{FF2B5EF4-FFF2-40B4-BE49-F238E27FC236}">
                <a16:creationId xmlns:a16="http://schemas.microsoft.com/office/drawing/2014/main" xmlns="" id="{484D0F79-3B0F-4FAC-9640-FFFD3F468538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>
              <a:ext uri="{FF2B5EF4-FFF2-40B4-BE49-F238E27FC236}">
                <a16:creationId xmlns:a16="http://schemas.microsoft.com/office/drawing/2014/main" xmlns="" id="{FDDCC7CC-EECE-45EB-A6FD-D25819EF3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>
            <a:extLst>
              <a:ext uri="{FF2B5EF4-FFF2-40B4-BE49-F238E27FC236}">
                <a16:creationId xmlns:a16="http://schemas.microsoft.com/office/drawing/2014/main" xmlns="" id="{78108E5A-854F-4982-9E87-359C098FC001}"/>
              </a:ext>
            </a:extLst>
          </p:cNvPr>
          <p:cNvSpPr>
            <a:spLocks noGrp="1"/>
          </p:cNvSpPr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案件に合う人材を、グループ内から探せる</a:t>
            </a:r>
            <a:endParaRPr sz="1800"/>
          </a:p>
        </p:txBody>
      </p:sp>
      <p:sp>
        <p:nvSpPr>
          <p:cNvPr id="6" name="想い2円">
            <a:extLst>
              <a:ext uri="{FF2B5EF4-FFF2-40B4-BE49-F238E27FC236}">
                <a16:creationId xmlns:a16="http://schemas.microsoft.com/office/drawing/2014/main" xmlns="" id="{AB663356-3F83-4398-B587-55E0EE32EF91}"/>
              </a:ext>
            </a:extLst>
          </p:cNvPr>
          <p:cNvSpPr>
            <a:spLocks noGrp="1"/>
          </p:cNvSpPr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>
              <a:ext uri="{FF2B5EF4-FFF2-40B4-BE49-F238E27FC236}">
                <a16:creationId xmlns:a16="http://schemas.microsoft.com/office/drawing/2014/main" xmlns="" id="{B5E99E9C-FCE9-4118-A514-0787255B5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>
            <a:extLst>
              <a:ext uri="{FF2B5EF4-FFF2-40B4-BE49-F238E27FC236}">
                <a16:creationId xmlns:a16="http://schemas.microsoft.com/office/drawing/2014/main" xmlns="" id="{1DFB9ADF-8D92-4DA6-A6E8-CF4691831B1A}"/>
              </a:ext>
            </a:extLst>
          </p:cNvPr>
          <p:cNvSpPr>
            <a:spLocks noGrp="1"/>
          </p:cNvSpPr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スキルシートと面談の準備を支援できる</a:t>
            </a:r>
            <a:endParaRPr sz="1800"/>
          </a:p>
        </p:txBody>
      </p:sp>
      <p:sp>
        <p:nvSpPr>
          <p:cNvPr id="9" name="想い3円">
            <a:extLst>
              <a:ext uri="{FF2B5EF4-FFF2-40B4-BE49-F238E27FC236}">
                <a16:creationId xmlns:a16="http://schemas.microsoft.com/office/drawing/2014/main" xmlns="" id="{62E83D0D-281B-4F3B-8F6D-1F0B9D272EF1}"/>
              </a:ext>
            </a:extLst>
          </p:cNvPr>
          <p:cNvSpPr>
            <a:spLocks noGrp="1"/>
          </p:cNvSpPr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>
              <a:ext uri="{FF2B5EF4-FFF2-40B4-BE49-F238E27FC236}">
                <a16:creationId xmlns:a16="http://schemas.microsoft.com/office/drawing/2014/main" xmlns="" id="{4FD24BE9-142F-48FB-B16F-09D116130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>
            <a:extLst>
              <a:ext uri="{FF2B5EF4-FFF2-40B4-BE49-F238E27FC236}">
                <a16:creationId xmlns:a16="http://schemas.microsoft.com/office/drawing/2014/main" xmlns="" id="{4F3E8182-10BA-4495-9AFC-F32A977689F4}"/>
              </a:ext>
            </a:extLst>
          </p:cNvPr>
          <p:cNvSpPr>
            <a:spLocks noGrp="1"/>
          </p:cNvSpPr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応募結果を記録し、次の提案に活かせる</a:t>
            </a:r>
            <a:endParaRPr sz="1800"/>
          </a:p>
        </p:txBody>
      </p:sp>
      <p:sp>
        <p:nvSpPr>
          <p:cNvPr id="12" name="経験帯">
            <a:extLst>
              <a:ext uri="{FF2B5EF4-FFF2-40B4-BE49-F238E27FC236}">
                <a16:creationId xmlns:a16="http://schemas.microsoft.com/office/drawing/2014/main" xmlns="" id="{95EEB37B-8FCA-4CCB-878F-E7915C9D568B}"/>
              </a:ext>
            </a:extLst>
          </p:cNvPr>
          <p:cNvSpPr>
            <a:spLocks noGrp="1"/>
          </p:cNvSpPr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>
              <a:ext uri="{FF2B5EF4-FFF2-40B4-BE49-F238E27FC236}">
                <a16:creationId xmlns:a16="http://schemas.microsoft.com/office/drawing/2014/main" xmlns="" id="{97AAE8E1-DDA7-446A-A568-22A39FC16490}"/>
              </a:ext>
            </a:extLst>
          </p:cNvPr>
          <p:cNvSpPr>
            <a:spLocks noGrp="1"/>
          </p:cNvSpPr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エンジニアとして15年以上の経験をもとに構想</a:t>
            </a:r>
            <a:endParaRPr sz="1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D2C085C8-E587-4DF8-B25A-06207EC2A7F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インク 16"/>
              <p14:cNvContentPartPr/>
              <p14:nvPr/>
            </p14:nvContentPartPr>
            <p14:xfrm>
              <a:off x="876420" y="924000"/>
              <a:ext cx="295920" cy="276840"/>
            </p14:xfrm>
          </p:contentPart>
        </mc:Choice>
        <mc:Fallback>
          <p:pic>
            <p:nvPicPr>
              <p:cNvPr id="17" name="インク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4526" y="912105"/>
                <a:ext cx="319709" cy="300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インク 17"/>
              <p14:cNvContentPartPr/>
              <p14:nvPr/>
            </p14:nvContentPartPr>
            <p14:xfrm>
              <a:off x="384300" y="1066920"/>
              <a:ext cx="530280" cy="2867400"/>
            </p14:xfrm>
          </p:contentPart>
        </mc:Choice>
        <mc:Fallback>
          <p:pic>
            <p:nvPicPr>
              <p:cNvPr id="18" name="インク 1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2420" y="1055040"/>
                <a:ext cx="554040" cy="28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インク 18"/>
              <p14:cNvContentPartPr/>
              <p14:nvPr/>
            </p14:nvContentPartPr>
            <p14:xfrm>
              <a:off x="1485900" y="999600"/>
              <a:ext cx="77040" cy="77040"/>
            </p14:xfrm>
          </p:contentPart>
        </mc:Choice>
        <mc:Fallback>
          <p:pic>
            <p:nvPicPr>
              <p:cNvPr id="19" name="インク 1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4020" y="987720"/>
                <a:ext cx="1008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6" name="インク 25"/>
              <p14:cNvContentPartPr/>
              <p14:nvPr/>
            </p14:nvContentPartPr>
            <p14:xfrm>
              <a:off x="1457460" y="1219200"/>
              <a:ext cx="209880" cy="95400"/>
            </p14:xfrm>
          </p:contentPart>
        </mc:Choice>
        <mc:Fallback>
          <p:pic>
            <p:nvPicPr>
              <p:cNvPr id="26" name="インク 2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45580" y="1207320"/>
                <a:ext cx="2336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インク 28"/>
              <p14:cNvContentPartPr/>
              <p14:nvPr/>
            </p14:nvContentPartPr>
            <p14:xfrm>
              <a:off x="1828620" y="1019040"/>
              <a:ext cx="192240" cy="181440"/>
            </p14:xfrm>
          </p:contentPart>
        </mc:Choice>
        <mc:Fallback>
          <p:pic>
            <p:nvPicPr>
              <p:cNvPr id="29" name="インク 2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6740" y="1007160"/>
                <a:ext cx="2160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0" name="インク 29"/>
              <p14:cNvContentPartPr/>
              <p14:nvPr/>
            </p14:nvContentPartPr>
            <p14:xfrm>
              <a:off x="1838340" y="1276440"/>
              <a:ext cx="305280" cy="96120"/>
            </p14:xfrm>
          </p:contentPart>
        </mc:Choice>
        <mc:Fallback>
          <p:pic>
            <p:nvPicPr>
              <p:cNvPr id="30" name="インク 2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26460" y="1264560"/>
                <a:ext cx="3290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1" name="インク 30"/>
              <p14:cNvContentPartPr/>
              <p14:nvPr/>
            </p14:nvContentPartPr>
            <p14:xfrm>
              <a:off x="2171700" y="1068360"/>
              <a:ext cx="419400" cy="179640"/>
            </p14:xfrm>
          </p:contentPart>
        </mc:Choice>
        <mc:Fallback>
          <p:pic>
            <p:nvPicPr>
              <p:cNvPr id="31" name="インク 3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59820" y="1056480"/>
                <a:ext cx="4431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3" name="インク 32"/>
              <p14:cNvContentPartPr/>
              <p14:nvPr/>
            </p14:nvContentPartPr>
            <p14:xfrm>
              <a:off x="361980" y="473280"/>
              <a:ext cx="1705320" cy="266760"/>
            </p14:xfrm>
          </p:contentPart>
        </mc:Choice>
        <mc:Fallback>
          <p:pic>
            <p:nvPicPr>
              <p:cNvPr id="33" name="インク 32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100" y="461400"/>
                <a:ext cx="1729080" cy="2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43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90545AB9-3814-4388-93B0-B71BF608F89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みなさまが直面する4つの機会損失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66C95E26-366E-4617-A71B-FA18106AC66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悩み0カード">
            <a:extLst>
              <a:ext uri="{FF2B5EF4-FFF2-40B4-BE49-F238E27FC236}">
                <a16:creationId xmlns:a16="http://schemas.microsoft.com/office/drawing/2014/main" xmlns="" id="{AB880AF1-7071-48A5-A7F2-8E0B8DAA610E}"/>
              </a:ext>
            </a:extLst>
          </p:cNvPr>
          <p:cNvSpPr>
            <a:spLocks noGrp="1"/>
          </p:cNvSpPr>
          <p:nvPr/>
        </p:nvSpPr>
        <p:spPr>
          <a:xfrm>
            <a:off x="457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悩み0円">
            <a:extLst>
              <a:ext uri="{FF2B5EF4-FFF2-40B4-BE49-F238E27FC236}">
                <a16:creationId xmlns:a16="http://schemas.microsoft.com/office/drawing/2014/main" xmlns="" id="{AEBF90E4-2CE1-443B-B605-121090E876C7}"/>
              </a:ext>
            </a:extLst>
          </p:cNvPr>
          <p:cNvSpPr>
            <a:spLocks noGrp="1"/>
          </p:cNvSpPr>
          <p:nvPr/>
        </p:nvSpPr>
        <p:spPr>
          <a:xfrm>
            <a:off x="660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悩み0アイコン">
            <a:extLst>
              <a:ext uri="{FF2B5EF4-FFF2-40B4-BE49-F238E27FC236}">
                <a16:creationId xmlns:a16="http://schemas.microsoft.com/office/drawing/2014/main" xmlns="" id="{F5A6FB2C-106B-487C-A58C-ADF4D10F5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593850"/>
            <a:ext cx="266700" cy="266700"/>
          </a:xfrm>
          <a:prstGeom prst="rect">
            <a:avLst/>
          </a:prstGeom>
        </p:spPr>
      </p:pic>
      <p:sp>
        <p:nvSpPr>
          <p:cNvPr id="16" name="悩み0題">
            <a:extLst>
              <a:ext uri="{FF2B5EF4-FFF2-40B4-BE49-F238E27FC236}">
                <a16:creationId xmlns:a16="http://schemas.microsoft.com/office/drawing/2014/main" xmlns="" id="{3A132DE8-DD81-492B-A246-37B8F5ED9E3C}"/>
              </a:ext>
            </a:extLst>
          </p:cNvPr>
          <p:cNvSpPr>
            <a:spLocks noGrp="1"/>
          </p:cNvSpPr>
          <p:nvPr/>
        </p:nvSpPr>
        <p:spPr>
          <a:xfrm>
            <a:off x="1397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案件の選択肢が少ない</a:t>
            </a:r>
          </a:p>
        </p:txBody>
      </p:sp>
      <p:sp>
        <p:nvSpPr>
          <p:cNvPr id="18" name="悩み0文">
            <a:extLst>
              <a:ext uri="{FF2B5EF4-FFF2-40B4-BE49-F238E27FC236}">
                <a16:creationId xmlns:a16="http://schemas.microsoft.com/office/drawing/2014/main" xmlns="" id="{F7D43283-5920-4295-9179-D88C5DC94AB1}"/>
              </a:ext>
            </a:extLst>
          </p:cNvPr>
          <p:cNvSpPr>
            <a:spLocks noGrp="1"/>
          </p:cNvSpPr>
          <p:nvPr/>
        </p:nvSpPr>
        <p:spPr>
          <a:xfrm>
            <a:off x="1397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案件は個別に待つしかなく、</a:t>
            </a:r>
          </a:p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合う案件に出会いにくい</a:t>
            </a:r>
          </a:p>
        </p:txBody>
      </p:sp>
      <p:sp>
        <p:nvSpPr>
          <p:cNvPr id="19" name="悩み1カード">
            <a:extLst>
              <a:ext uri="{FF2B5EF4-FFF2-40B4-BE49-F238E27FC236}">
                <a16:creationId xmlns:a16="http://schemas.microsoft.com/office/drawing/2014/main" xmlns="" id="{4E837392-105A-46F2-B247-62F73FB6C763}"/>
              </a:ext>
            </a:extLst>
          </p:cNvPr>
          <p:cNvSpPr>
            <a:spLocks noGrp="1"/>
          </p:cNvSpPr>
          <p:nvPr/>
        </p:nvSpPr>
        <p:spPr>
          <a:xfrm>
            <a:off x="4648200" y="11176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悩み1円">
            <a:extLst>
              <a:ext uri="{FF2B5EF4-FFF2-40B4-BE49-F238E27FC236}">
                <a16:creationId xmlns:a16="http://schemas.microsoft.com/office/drawing/2014/main" xmlns="" id="{548D8F87-2392-4563-B855-ABD2723AA70B}"/>
              </a:ext>
            </a:extLst>
          </p:cNvPr>
          <p:cNvSpPr>
            <a:spLocks noGrp="1"/>
          </p:cNvSpPr>
          <p:nvPr/>
        </p:nvSpPr>
        <p:spPr>
          <a:xfrm>
            <a:off x="4851400" y="14478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悩み1アイコン">
            <a:extLst>
              <a:ext uri="{FF2B5EF4-FFF2-40B4-BE49-F238E27FC236}">
                <a16:creationId xmlns:a16="http://schemas.microsoft.com/office/drawing/2014/main" xmlns="" id="{8329A091-2059-4AB5-BA09-02624CFD2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50" y="1593850"/>
            <a:ext cx="266700" cy="266700"/>
          </a:xfrm>
          <a:prstGeom prst="rect">
            <a:avLst/>
          </a:prstGeom>
        </p:spPr>
      </p:pic>
      <p:sp>
        <p:nvSpPr>
          <p:cNvPr id="21" name="悩み1題">
            <a:extLst>
              <a:ext uri="{FF2B5EF4-FFF2-40B4-BE49-F238E27FC236}">
                <a16:creationId xmlns:a16="http://schemas.microsoft.com/office/drawing/2014/main" xmlns="" id="{6CC98E58-15DE-4314-92B7-9F238B8EC238}"/>
              </a:ext>
            </a:extLst>
          </p:cNvPr>
          <p:cNvSpPr>
            <a:spLocks noGrp="1"/>
          </p:cNvSpPr>
          <p:nvPr/>
        </p:nvSpPr>
        <p:spPr>
          <a:xfrm>
            <a:off x="5588000" y="13461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人が足りず、取りこぼす</a:t>
            </a:r>
          </a:p>
        </p:txBody>
      </p:sp>
      <p:sp>
        <p:nvSpPr>
          <p:cNvPr id="23" name="悩み1文">
            <a:extLst>
              <a:ext uri="{FF2B5EF4-FFF2-40B4-BE49-F238E27FC236}">
                <a16:creationId xmlns:a16="http://schemas.microsoft.com/office/drawing/2014/main" xmlns="" id="{A1F7574C-A5F9-4C93-94F1-D1A7CA959946}"/>
              </a:ext>
            </a:extLst>
          </p:cNvPr>
          <p:cNvSpPr>
            <a:spLocks noGrp="1"/>
          </p:cNvSpPr>
          <p:nvPr/>
        </p:nvSpPr>
        <p:spPr>
          <a:xfrm>
            <a:off x="5588000" y="17271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せっかくの案件に、</a:t>
            </a:r>
          </a:p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出せるエンジニアがいない</a:t>
            </a:r>
          </a:p>
        </p:txBody>
      </p:sp>
      <p:sp>
        <p:nvSpPr>
          <p:cNvPr id="24" name="悩み2カード">
            <a:extLst>
              <a:ext uri="{FF2B5EF4-FFF2-40B4-BE49-F238E27FC236}">
                <a16:creationId xmlns:a16="http://schemas.microsoft.com/office/drawing/2014/main" xmlns="" id="{140454E9-B2E1-48D8-8E97-2DD54F283278}"/>
              </a:ext>
            </a:extLst>
          </p:cNvPr>
          <p:cNvSpPr>
            <a:spLocks noGrp="1"/>
          </p:cNvSpPr>
          <p:nvPr/>
        </p:nvSpPr>
        <p:spPr>
          <a:xfrm>
            <a:off x="457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悩み2円">
            <a:extLst>
              <a:ext uri="{FF2B5EF4-FFF2-40B4-BE49-F238E27FC236}">
                <a16:creationId xmlns:a16="http://schemas.microsoft.com/office/drawing/2014/main" xmlns="" id="{382C0F04-4D18-478E-9B45-9A789512CAA2}"/>
              </a:ext>
            </a:extLst>
          </p:cNvPr>
          <p:cNvSpPr>
            <a:spLocks noGrp="1"/>
          </p:cNvSpPr>
          <p:nvPr/>
        </p:nvSpPr>
        <p:spPr>
          <a:xfrm>
            <a:off x="660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悩み2アイコン">
            <a:extLst>
              <a:ext uri="{FF2B5EF4-FFF2-40B4-BE49-F238E27FC236}">
                <a16:creationId xmlns:a16="http://schemas.microsoft.com/office/drawing/2014/main" xmlns="" id="{B11AD8B5-ABD8-46A6-9236-6164545BC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" y="2965450"/>
            <a:ext cx="266700" cy="266700"/>
          </a:xfrm>
          <a:prstGeom prst="rect">
            <a:avLst/>
          </a:prstGeom>
        </p:spPr>
      </p:pic>
      <p:sp>
        <p:nvSpPr>
          <p:cNvPr id="28" name="悩み2題">
            <a:extLst>
              <a:ext uri="{FF2B5EF4-FFF2-40B4-BE49-F238E27FC236}">
                <a16:creationId xmlns:a16="http://schemas.microsoft.com/office/drawing/2014/main" xmlns="" id="{19434B8F-674A-4E08-8E33-A4291CA758E2}"/>
              </a:ext>
            </a:extLst>
          </p:cNvPr>
          <p:cNvSpPr>
            <a:spLocks noGrp="1"/>
          </p:cNvSpPr>
          <p:nvPr/>
        </p:nvSpPr>
        <p:spPr>
          <a:xfrm>
            <a:off x="1397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書類・面談で落ちる</a:t>
            </a:r>
          </a:p>
        </p:txBody>
      </p:sp>
      <p:sp>
        <p:nvSpPr>
          <p:cNvPr id="29" name="悩み2文">
            <a:extLst>
              <a:ext uri="{FF2B5EF4-FFF2-40B4-BE49-F238E27FC236}">
                <a16:creationId xmlns:a16="http://schemas.microsoft.com/office/drawing/2014/main" xmlns="" id="{3008BC41-F0AE-4C1C-B4C6-E39AACDBDAF9}"/>
              </a:ext>
            </a:extLst>
          </p:cNvPr>
          <p:cNvSpPr>
            <a:spLocks noGrp="1"/>
          </p:cNvSpPr>
          <p:nvPr/>
        </p:nvSpPr>
        <p:spPr>
          <a:xfrm>
            <a:off x="1397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スキルシートや受け答えの</a:t>
            </a:r>
          </a:p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準備が追いつかない</a:t>
            </a:r>
          </a:p>
        </p:txBody>
      </p:sp>
      <p:sp>
        <p:nvSpPr>
          <p:cNvPr id="30" name="悩み3カード">
            <a:extLst>
              <a:ext uri="{FF2B5EF4-FFF2-40B4-BE49-F238E27FC236}">
                <a16:creationId xmlns:a16="http://schemas.microsoft.com/office/drawing/2014/main" xmlns="" id="{87060EAA-1FB1-4345-AEC3-7B8FC5A954A7}"/>
              </a:ext>
            </a:extLst>
          </p:cNvPr>
          <p:cNvSpPr>
            <a:spLocks noGrp="1"/>
          </p:cNvSpPr>
          <p:nvPr/>
        </p:nvSpPr>
        <p:spPr>
          <a:xfrm>
            <a:off x="4648200" y="2489200"/>
            <a:ext cx="4038600" cy="1219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悩み3円">
            <a:extLst>
              <a:ext uri="{FF2B5EF4-FFF2-40B4-BE49-F238E27FC236}">
                <a16:creationId xmlns:a16="http://schemas.microsoft.com/office/drawing/2014/main" xmlns="" id="{D1198070-20D7-479C-8943-7A78019D6573}"/>
              </a:ext>
            </a:extLst>
          </p:cNvPr>
          <p:cNvSpPr>
            <a:spLocks noGrp="1"/>
          </p:cNvSpPr>
          <p:nvPr/>
        </p:nvSpPr>
        <p:spPr>
          <a:xfrm>
            <a:off x="4851400" y="2819400"/>
            <a:ext cx="558800" cy="558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悩み3アイコン">
            <a:extLst>
              <a:ext uri="{FF2B5EF4-FFF2-40B4-BE49-F238E27FC236}">
                <a16:creationId xmlns:a16="http://schemas.microsoft.com/office/drawing/2014/main" xmlns="" id="{F297B3D4-415E-4729-A50D-F11CBF6B8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450" y="2965450"/>
            <a:ext cx="266700" cy="266700"/>
          </a:xfrm>
          <a:prstGeom prst="rect">
            <a:avLst/>
          </a:prstGeom>
        </p:spPr>
      </p:pic>
      <p:sp>
        <p:nvSpPr>
          <p:cNvPr id="33" name="悩み3題">
            <a:extLst>
              <a:ext uri="{FF2B5EF4-FFF2-40B4-BE49-F238E27FC236}">
                <a16:creationId xmlns:a16="http://schemas.microsoft.com/office/drawing/2014/main" xmlns="" id="{8CE6F708-06AE-40E3-BAE1-635226FAD804}"/>
              </a:ext>
            </a:extLst>
          </p:cNvPr>
          <p:cNvSpPr>
            <a:spLocks noGrp="1"/>
          </p:cNvSpPr>
          <p:nvPr/>
        </p:nvSpPr>
        <p:spPr>
          <a:xfrm>
            <a:off x="5588000" y="2717799"/>
            <a:ext cx="29464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ノウハウがたまらない</a:t>
            </a:r>
          </a:p>
        </p:txBody>
      </p:sp>
      <p:sp>
        <p:nvSpPr>
          <p:cNvPr id="34" name="悩み3文">
            <a:extLst>
              <a:ext uri="{FF2B5EF4-FFF2-40B4-BE49-F238E27FC236}">
                <a16:creationId xmlns:a16="http://schemas.microsoft.com/office/drawing/2014/main" xmlns="" id="{A22147E1-F2E6-43E0-AF0B-A23510569DB0}"/>
              </a:ext>
            </a:extLst>
          </p:cNvPr>
          <p:cNvSpPr>
            <a:spLocks noGrp="1"/>
          </p:cNvSpPr>
          <p:nvPr/>
        </p:nvSpPr>
        <p:spPr>
          <a:xfrm>
            <a:off x="5588000" y="3098799"/>
            <a:ext cx="2946400" cy="457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落ちた理由も、通った型も、</a:t>
            </a:r>
          </a:p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社内に残らない</a:t>
            </a:r>
          </a:p>
        </p:txBody>
      </p:sp>
      <p:sp>
        <p:nvSpPr>
          <p:cNvPr id="35" name="解決帯">
            <a:extLst>
              <a:ext uri="{FF2B5EF4-FFF2-40B4-BE49-F238E27FC236}">
                <a16:creationId xmlns:a16="http://schemas.microsoft.com/office/drawing/2014/main" xmlns="" id="{667F6612-73B3-466A-97A0-6CC7897C4B91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案件・人材・応募支援をつなぐ仕組みをご提案します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インク 3"/>
              <p14:cNvContentPartPr/>
              <p14:nvPr/>
            </p14:nvContentPartPr>
            <p14:xfrm>
              <a:off x="454500" y="557160"/>
              <a:ext cx="1689120" cy="222480"/>
            </p14:xfrm>
          </p:contentPart>
        </mc:Choice>
        <mc:Fallback>
          <p:pic>
            <p:nvPicPr>
              <p:cNvPr id="4" name="インク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2620" y="545261"/>
                <a:ext cx="1712880" cy="2462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292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6A01EE16-739E-4555-BF6A-D1D7781E683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応募から成約までの準備と効果検証を支援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5FD05FC1-8A33-420C-80FC-3E7F2053C49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14" name="グラフ注記">
            <a:extLst>
              <a:ext uri="{FF2B5EF4-FFF2-40B4-BE49-F238E27FC236}">
                <a16:creationId xmlns:a16="http://schemas.microsoft.com/office/drawing/2014/main" xmlns="" id="{70FF0310-5289-435C-95D2-E2BF6885C5D0}"/>
              </a:ext>
            </a:extLst>
          </p:cNvPr>
          <p:cNvSpPr>
            <a:spLocks noGrp="1"/>
          </p:cNvSpPr>
          <p:nvPr/>
        </p:nvSpPr>
        <p:spPr>
          <a:xfrm>
            <a:off x="457200" y="3683000"/>
            <a:ext cx="32512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導入前後の実績を比較し、効果を確認します</a:t>
            </a:r>
          </a:p>
        </p:txBody>
      </p:sp>
      <p:sp>
        <p:nvSpPr>
          <p:cNvPr id="16" name="見出し今">
            <a:extLst>
              <a:ext uri="{FF2B5EF4-FFF2-40B4-BE49-F238E27FC236}">
                <a16:creationId xmlns:a16="http://schemas.microsoft.com/office/drawing/2014/main" xmlns="" id="{BB023A56-10B7-4637-8576-3CB7DCDEA2DD}"/>
              </a:ext>
            </a:extLst>
          </p:cNvPr>
          <p:cNvSpPr>
            <a:spLocks noGrp="1"/>
          </p:cNvSpPr>
          <p:nvPr/>
        </p:nvSpPr>
        <p:spPr>
          <a:xfrm>
            <a:off x="3810000" y="109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rgbClr val="6E6E6E"/>
                </a:solidFill>
                <a:latin typeface="Meiryo"/>
                <a:ea typeface="Meiryo"/>
                <a:cs typeface="Meiryo"/>
              </a:rPr>
              <a:t>これまで</a:t>
            </a:r>
          </a:p>
        </p:txBody>
      </p:sp>
      <p:sp>
        <p:nvSpPr>
          <p:cNvPr id="17" name="見出し後">
            <a:extLst>
              <a:ext uri="{FF2B5EF4-FFF2-40B4-BE49-F238E27FC236}">
                <a16:creationId xmlns:a16="http://schemas.microsoft.com/office/drawing/2014/main" xmlns="" id="{30105586-D882-43D6-B605-63984EC16863}"/>
              </a:ext>
            </a:extLst>
          </p:cNvPr>
          <p:cNvSpPr>
            <a:spLocks noGrp="1"/>
          </p:cNvSpPr>
          <p:nvPr/>
        </p:nvSpPr>
        <p:spPr>
          <a:xfrm>
            <a:off x="5943600" y="1092200"/>
            <a:ext cx="27432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このシステムで</a:t>
            </a:r>
          </a:p>
        </p:txBody>
      </p:sp>
      <p:sp>
        <p:nvSpPr>
          <p:cNvPr id="18" name="今0">
            <a:extLst>
              <a:ext uri="{FF2B5EF4-FFF2-40B4-BE49-F238E27FC236}">
                <a16:creationId xmlns:a16="http://schemas.microsoft.com/office/drawing/2014/main" xmlns="" id="{297359FC-47BE-4700-AB42-982DEEAD35AD}"/>
              </a:ext>
            </a:extLst>
          </p:cNvPr>
          <p:cNvSpPr>
            <a:spLocks noGrp="1"/>
          </p:cNvSpPr>
          <p:nvPr/>
        </p:nvSpPr>
        <p:spPr>
          <a:xfrm>
            <a:off x="3810000" y="13462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合わない人を出す</a:t>
            </a:r>
          </a:p>
        </p:txBody>
      </p:sp>
      <p:sp>
        <p:nvSpPr>
          <p:cNvPr id="19" name="改善矢印0">
            <a:extLst>
              <a:ext uri="{FF2B5EF4-FFF2-40B4-BE49-F238E27FC236}">
                <a16:creationId xmlns:a16="http://schemas.microsoft.com/office/drawing/2014/main" xmlns="" id="{F1238645-45B8-49DF-9B1E-F3CEAEAD1ADE}"/>
              </a:ext>
            </a:extLst>
          </p:cNvPr>
          <p:cNvSpPr>
            <a:spLocks noGrp="1"/>
          </p:cNvSpPr>
          <p:nvPr/>
        </p:nvSpPr>
        <p:spPr>
          <a:xfrm>
            <a:off x="5664200" y="1511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後0">
            <a:extLst>
              <a:ext uri="{FF2B5EF4-FFF2-40B4-BE49-F238E27FC236}">
                <a16:creationId xmlns:a16="http://schemas.microsoft.com/office/drawing/2014/main" xmlns="" id="{75EEF49C-08CB-4069-A362-B247486D3B90}"/>
              </a:ext>
            </a:extLst>
          </p:cNvPr>
          <p:cNvSpPr>
            <a:spLocks noGrp="1"/>
          </p:cNvSpPr>
          <p:nvPr/>
        </p:nvSpPr>
        <p:spPr>
          <a:xfrm>
            <a:off x="5969000" y="13462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後0円">
            <a:extLst>
              <a:ext uri="{FF2B5EF4-FFF2-40B4-BE49-F238E27FC236}">
                <a16:creationId xmlns:a16="http://schemas.microsoft.com/office/drawing/2014/main" xmlns="" id="{FA36D012-11D6-4E79-BF35-1F21E84183AB}"/>
              </a:ext>
            </a:extLst>
          </p:cNvPr>
          <p:cNvSpPr>
            <a:spLocks noGrp="1"/>
          </p:cNvSpPr>
          <p:nvPr/>
        </p:nvSpPr>
        <p:spPr>
          <a:xfrm>
            <a:off x="6070600" y="14351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" name="後0アイコン">
            <a:extLst>
              <a:ext uri="{FF2B5EF4-FFF2-40B4-BE49-F238E27FC236}">
                <a16:creationId xmlns:a16="http://schemas.microsoft.com/office/drawing/2014/main" xmlns="" id="{48EB3C60-F989-4288-8C14-D9BF7E512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36700"/>
            <a:ext cx="177800" cy="177800"/>
          </a:xfrm>
          <a:prstGeom prst="rect">
            <a:avLst/>
          </a:prstGeom>
        </p:spPr>
      </p:pic>
      <p:sp>
        <p:nvSpPr>
          <p:cNvPr id="22" name="後0文">
            <a:extLst>
              <a:ext uri="{FF2B5EF4-FFF2-40B4-BE49-F238E27FC236}">
                <a16:creationId xmlns:a16="http://schemas.microsoft.com/office/drawing/2014/main" xmlns="" id="{D104406B-CAAB-48E3-8E52-C29DFFFC449F}"/>
              </a:ext>
            </a:extLst>
          </p:cNvPr>
          <p:cNvSpPr>
            <a:spLocks noGrp="1"/>
          </p:cNvSpPr>
          <p:nvPr/>
        </p:nvSpPr>
        <p:spPr>
          <a:xfrm>
            <a:off x="6553200" y="13461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いちばん合う人を選ぶ</a:t>
            </a:r>
          </a:p>
        </p:txBody>
      </p:sp>
      <p:sp>
        <p:nvSpPr>
          <p:cNvPr id="24" name="今1">
            <a:extLst>
              <a:ext uri="{FF2B5EF4-FFF2-40B4-BE49-F238E27FC236}">
                <a16:creationId xmlns:a16="http://schemas.microsoft.com/office/drawing/2014/main" xmlns="" id="{05F9261A-7B28-4514-A221-B4A68F671CA2}"/>
              </a:ext>
            </a:extLst>
          </p:cNvPr>
          <p:cNvSpPr>
            <a:spLocks noGrp="1"/>
          </p:cNvSpPr>
          <p:nvPr/>
        </p:nvSpPr>
        <p:spPr>
          <a:xfrm>
            <a:off x="3810000" y="20066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書類で落ちる</a:t>
            </a:r>
          </a:p>
        </p:txBody>
      </p:sp>
      <p:sp>
        <p:nvSpPr>
          <p:cNvPr id="26" name="改善矢印1">
            <a:extLst>
              <a:ext uri="{FF2B5EF4-FFF2-40B4-BE49-F238E27FC236}">
                <a16:creationId xmlns:a16="http://schemas.microsoft.com/office/drawing/2014/main" xmlns="" id="{1354B2EA-7A42-4DE9-9A0F-D028972A1E16}"/>
              </a:ext>
            </a:extLst>
          </p:cNvPr>
          <p:cNvSpPr>
            <a:spLocks noGrp="1"/>
          </p:cNvSpPr>
          <p:nvPr/>
        </p:nvSpPr>
        <p:spPr>
          <a:xfrm>
            <a:off x="5664200" y="2171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後1">
            <a:extLst>
              <a:ext uri="{FF2B5EF4-FFF2-40B4-BE49-F238E27FC236}">
                <a16:creationId xmlns:a16="http://schemas.microsoft.com/office/drawing/2014/main" xmlns="" id="{F2513FAB-F60A-4294-9F71-D31869801383}"/>
              </a:ext>
            </a:extLst>
          </p:cNvPr>
          <p:cNvSpPr>
            <a:spLocks noGrp="1"/>
          </p:cNvSpPr>
          <p:nvPr/>
        </p:nvSpPr>
        <p:spPr>
          <a:xfrm>
            <a:off x="5969000" y="20066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後1円">
            <a:extLst>
              <a:ext uri="{FF2B5EF4-FFF2-40B4-BE49-F238E27FC236}">
                <a16:creationId xmlns:a16="http://schemas.microsoft.com/office/drawing/2014/main" xmlns="" id="{170D8CA6-34BE-4C7D-8C61-98478749B149}"/>
              </a:ext>
            </a:extLst>
          </p:cNvPr>
          <p:cNvSpPr>
            <a:spLocks noGrp="1"/>
          </p:cNvSpPr>
          <p:nvPr/>
        </p:nvSpPr>
        <p:spPr>
          <a:xfrm>
            <a:off x="6070600" y="20955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後1アイコン">
            <a:extLst>
              <a:ext uri="{FF2B5EF4-FFF2-40B4-BE49-F238E27FC236}">
                <a16:creationId xmlns:a16="http://schemas.microsoft.com/office/drawing/2014/main" xmlns="" id="{D0FF3086-8B2E-45A9-AECF-EF91A3A62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97100"/>
            <a:ext cx="177800" cy="177800"/>
          </a:xfrm>
          <a:prstGeom prst="rect">
            <a:avLst/>
          </a:prstGeom>
        </p:spPr>
      </p:pic>
      <p:sp>
        <p:nvSpPr>
          <p:cNvPr id="30" name="後1文">
            <a:extLst>
              <a:ext uri="{FF2B5EF4-FFF2-40B4-BE49-F238E27FC236}">
                <a16:creationId xmlns:a16="http://schemas.microsoft.com/office/drawing/2014/main" xmlns="" id="{5864A1DD-9C12-4F22-848E-80A3BE6888A9}"/>
              </a:ext>
            </a:extLst>
          </p:cNvPr>
          <p:cNvSpPr>
            <a:spLocks noGrp="1"/>
          </p:cNvSpPr>
          <p:nvPr/>
        </p:nvSpPr>
        <p:spPr>
          <a:xfrm>
            <a:off x="6553200" y="20065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理想のスキルシートを作る</a:t>
            </a:r>
          </a:p>
        </p:txBody>
      </p:sp>
      <p:sp>
        <p:nvSpPr>
          <p:cNvPr id="31" name="今2">
            <a:extLst>
              <a:ext uri="{FF2B5EF4-FFF2-40B4-BE49-F238E27FC236}">
                <a16:creationId xmlns:a16="http://schemas.microsoft.com/office/drawing/2014/main" xmlns="" id="{D5E0CBCA-504A-4F2A-864D-439BEBCBDB6E}"/>
              </a:ext>
            </a:extLst>
          </p:cNvPr>
          <p:cNvSpPr>
            <a:spLocks noGrp="1"/>
          </p:cNvSpPr>
          <p:nvPr/>
        </p:nvSpPr>
        <p:spPr>
          <a:xfrm>
            <a:off x="3810000" y="26670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面談で落ちる</a:t>
            </a:r>
          </a:p>
        </p:txBody>
      </p:sp>
      <p:sp>
        <p:nvSpPr>
          <p:cNvPr id="32" name="改善矢印2">
            <a:extLst>
              <a:ext uri="{FF2B5EF4-FFF2-40B4-BE49-F238E27FC236}">
                <a16:creationId xmlns:a16="http://schemas.microsoft.com/office/drawing/2014/main" xmlns="" id="{8A3DF1A3-7859-48AD-85F9-831030A867B3}"/>
              </a:ext>
            </a:extLst>
          </p:cNvPr>
          <p:cNvSpPr>
            <a:spLocks noGrp="1"/>
          </p:cNvSpPr>
          <p:nvPr/>
        </p:nvSpPr>
        <p:spPr>
          <a:xfrm>
            <a:off x="5664200" y="28321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後2">
            <a:extLst>
              <a:ext uri="{FF2B5EF4-FFF2-40B4-BE49-F238E27FC236}">
                <a16:creationId xmlns:a16="http://schemas.microsoft.com/office/drawing/2014/main" xmlns="" id="{510AAF63-57E2-4FFF-B85A-5AC1229E987E}"/>
              </a:ext>
            </a:extLst>
          </p:cNvPr>
          <p:cNvSpPr>
            <a:spLocks noGrp="1"/>
          </p:cNvSpPr>
          <p:nvPr/>
        </p:nvSpPr>
        <p:spPr>
          <a:xfrm>
            <a:off x="5969000" y="26670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後2円">
            <a:extLst>
              <a:ext uri="{FF2B5EF4-FFF2-40B4-BE49-F238E27FC236}">
                <a16:creationId xmlns:a16="http://schemas.microsoft.com/office/drawing/2014/main" xmlns="" id="{A0836E6A-7118-46EF-B309-8CE5FF78AE08}"/>
              </a:ext>
            </a:extLst>
          </p:cNvPr>
          <p:cNvSpPr>
            <a:spLocks noGrp="1"/>
          </p:cNvSpPr>
          <p:nvPr/>
        </p:nvSpPr>
        <p:spPr>
          <a:xfrm>
            <a:off x="6070600" y="27559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後2アイコン">
            <a:extLst>
              <a:ext uri="{FF2B5EF4-FFF2-40B4-BE49-F238E27FC236}">
                <a16:creationId xmlns:a16="http://schemas.microsoft.com/office/drawing/2014/main" xmlns="" id="{481E918D-AF9B-4478-979E-AAF222E76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857500"/>
            <a:ext cx="177800" cy="177800"/>
          </a:xfrm>
          <a:prstGeom prst="rect">
            <a:avLst/>
          </a:prstGeom>
        </p:spPr>
      </p:pic>
      <p:sp>
        <p:nvSpPr>
          <p:cNvPr id="36" name="後2文">
            <a:extLst>
              <a:ext uri="{FF2B5EF4-FFF2-40B4-BE49-F238E27FC236}">
                <a16:creationId xmlns:a16="http://schemas.microsoft.com/office/drawing/2014/main" xmlns="" id="{1DAA7AA3-7A46-4F6E-AE43-9F361277F268}"/>
              </a:ext>
            </a:extLst>
          </p:cNvPr>
          <p:cNvSpPr>
            <a:spLocks noGrp="1"/>
          </p:cNvSpPr>
          <p:nvPr/>
        </p:nvSpPr>
        <p:spPr>
          <a:xfrm>
            <a:off x="6553200" y="26669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面談対策のQ&amp;Aで準備</a:t>
            </a:r>
          </a:p>
        </p:txBody>
      </p:sp>
      <p:sp>
        <p:nvSpPr>
          <p:cNvPr id="37" name="今3">
            <a:extLst>
              <a:ext uri="{FF2B5EF4-FFF2-40B4-BE49-F238E27FC236}">
                <a16:creationId xmlns:a16="http://schemas.microsoft.com/office/drawing/2014/main" xmlns="" id="{7B551BC5-6F03-4F3F-93BD-08E54B7FEC2D}"/>
              </a:ext>
            </a:extLst>
          </p:cNvPr>
          <p:cNvSpPr>
            <a:spLocks noGrp="1"/>
          </p:cNvSpPr>
          <p:nvPr/>
        </p:nvSpPr>
        <p:spPr>
          <a:xfrm>
            <a:off x="3810000" y="3327400"/>
            <a:ext cx="1778000" cy="55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落ちた理由が残らない</a:t>
            </a:r>
          </a:p>
        </p:txBody>
      </p:sp>
      <p:sp>
        <p:nvSpPr>
          <p:cNvPr id="38" name="改善矢印3">
            <a:extLst>
              <a:ext uri="{FF2B5EF4-FFF2-40B4-BE49-F238E27FC236}">
                <a16:creationId xmlns:a16="http://schemas.microsoft.com/office/drawing/2014/main" xmlns="" id="{30B71788-0862-49F4-890F-7EF92B4D993F}"/>
              </a:ext>
            </a:extLst>
          </p:cNvPr>
          <p:cNvSpPr>
            <a:spLocks noGrp="1"/>
          </p:cNvSpPr>
          <p:nvPr/>
        </p:nvSpPr>
        <p:spPr>
          <a:xfrm>
            <a:off x="5664200" y="3492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後3">
            <a:extLst>
              <a:ext uri="{FF2B5EF4-FFF2-40B4-BE49-F238E27FC236}">
                <a16:creationId xmlns:a16="http://schemas.microsoft.com/office/drawing/2014/main" xmlns="" id="{08FD2501-E7A1-4AC8-A510-FED8634E8349}"/>
              </a:ext>
            </a:extLst>
          </p:cNvPr>
          <p:cNvSpPr>
            <a:spLocks noGrp="1"/>
          </p:cNvSpPr>
          <p:nvPr/>
        </p:nvSpPr>
        <p:spPr>
          <a:xfrm>
            <a:off x="5969000" y="3327400"/>
            <a:ext cx="2717800" cy="5588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後3円">
            <a:extLst>
              <a:ext uri="{FF2B5EF4-FFF2-40B4-BE49-F238E27FC236}">
                <a16:creationId xmlns:a16="http://schemas.microsoft.com/office/drawing/2014/main" xmlns="" id="{93E0FD99-AEA2-4189-ABDE-B5B9881742D5}"/>
              </a:ext>
            </a:extLst>
          </p:cNvPr>
          <p:cNvSpPr>
            <a:spLocks noGrp="1"/>
          </p:cNvSpPr>
          <p:nvPr/>
        </p:nvSpPr>
        <p:spPr>
          <a:xfrm>
            <a:off x="6070600" y="3416300"/>
            <a:ext cx="381000" cy="3810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1" name="後3アイコン">
            <a:extLst>
              <a:ext uri="{FF2B5EF4-FFF2-40B4-BE49-F238E27FC236}">
                <a16:creationId xmlns:a16="http://schemas.microsoft.com/office/drawing/2014/main" xmlns="" id="{94F2F475-FB96-448E-A5C0-94EA507E2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517900"/>
            <a:ext cx="177800" cy="177800"/>
          </a:xfrm>
          <a:prstGeom prst="rect">
            <a:avLst/>
          </a:prstGeom>
        </p:spPr>
      </p:pic>
      <p:sp>
        <p:nvSpPr>
          <p:cNvPr id="42" name="後3文">
            <a:extLst>
              <a:ext uri="{FF2B5EF4-FFF2-40B4-BE49-F238E27FC236}">
                <a16:creationId xmlns:a16="http://schemas.microsoft.com/office/drawing/2014/main" xmlns="" id="{11986946-729A-48C8-B0AD-99EC3F899933}"/>
              </a:ext>
            </a:extLst>
          </p:cNvPr>
          <p:cNvSpPr>
            <a:spLocks noGrp="1"/>
          </p:cNvSpPr>
          <p:nvPr/>
        </p:nvSpPr>
        <p:spPr>
          <a:xfrm>
            <a:off x="6553200" y="3327399"/>
            <a:ext cx="2057400" cy="558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結果をためて次に活かす</a:t>
            </a:r>
          </a:p>
        </p:txBody>
      </p:sp>
      <p:sp>
        <p:nvSpPr>
          <p:cNvPr id="43" name="決まる帯">
            <a:extLst>
              <a:ext uri="{FF2B5EF4-FFF2-40B4-BE49-F238E27FC236}">
                <a16:creationId xmlns:a16="http://schemas.microsoft.com/office/drawing/2014/main" xmlns="" id="{F3FB01FB-13B2-4115-9E45-A6CC978E0BFE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8229600" cy="508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応募数・面談数・成約数を記録して検証</a:t>
            </a:r>
          </a:p>
        </p:txBody>
      </p:sp>
      <p:sp>
        <p:nvSpPr>
          <p:cNvPr id="3" name="成約率ラベル">
            <a:extLst>
              <a:ext uri="{FF2B5EF4-FFF2-40B4-BE49-F238E27FC236}">
                <a16:creationId xmlns:a16="http://schemas.microsoft.com/office/drawing/2014/main" xmlns="" id="{D9000E45-0CD3-4965-B6D6-C6D95590919B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3251200" cy="228600"/>
          </a:xfrm>
          <a:prstGeom prst="rect">
            <a:avLst/>
          </a:prstGeom>
          <a:noFill/>
        </p:spPr>
        <p:txBody>
          <a:bodyPr vert="horz" lIns="0" tIns="0">
            <a:spAutoFit/>
          </a:bodyPr>
          <a:lstStyle/>
          <a:p>
            <a:r>
              <a:rPr sz="12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効果測定の指標</a:t>
            </a:r>
          </a:p>
        </p:txBody>
      </p:sp>
      <p:sp>
        <p:nvSpPr>
          <p:cNvPr id="4" name="成約率数字">
            <a:extLst>
              <a:ext uri="{FF2B5EF4-FFF2-40B4-BE49-F238E27FC236}">
                <a16:creationId xmlns:a16="http://schemas.microsoft.com/office/drawing/2014/main" xmlns="" id="{318B5CE5-D92A-4153-8430-411D47C00547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3251200" cy="533400"/>
          </a:xfrm>
          <a:prstGeom prst="rect">
            <a:avLst/>
          </a:prstGeom>
          <a:noFill/>
        </p:spPr>
        <p:txBody>
          <a:bodyPr vert="horz" wrap="square" lIns="0" tIns="0">
            <a:spAutoFit/>
          </a:bodyPr>
          <a:lstStyle/>
          <a:p>
            <a:r>
              <a:rPr sz="3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成約までを計測</a:t>
            </a:r>
            <a:endParaRPr sz="14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4" name="測定項目">
            <a:extLst>
              <a:ext uri="{FF2B5EF4-FFF2-40B4-BE49-F238E27FC236}">
                <a16:creationId xmlns:a16="http://schemas.microsoft.com/office/drawing/2014/main" xmlns="" id="{B453735C-B472-4CB2-86A5-264C3CC5D6E0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3251168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応募数・応募率</a:t>
            </a:r>
          </a:p>
          <a:p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面談設定数</a:t>
            </a:r>
          </a:p>
          <a:p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成約数・成約率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インク 5"/>
              <p14:cNvContentPartPr/>
              <p14:nvPr/>
            </p14:nvContentPartPr>
            <p14:xfrm>
              <a:off x="2181060" y="1562280"/>
              <a:ext cx="1029240" cy="26280"/>
            </p14:xfrm>
          </p:contentPart>
        </mc:Choice>
        <mc:Fallback>
          <p:pic>
            <p:nvPicPr>
              <p:cNvPr id="6" name="インク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9180" y="1550400"/>
                <a:ext cx="10530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インク 7"/>
              <p14:cNvContentPartPr/>
              <p14:nvPr/>
            </p14:nvContentPartPr>
            <p14:xfrm>
              <a:off x="2200140" y="1452480"/>
              <a:ext cx="1305360" cy="81360"/>
            </p14:xfrm>
          </p:contentPart>
        </mc:Choice>
        <mc:Fallback>
          <p:pic>
            <p:nvPicPr>
              <p:cNvPr id="8" name="インク 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8260" y="1440600"/>
                <a:ext cx="1329120" cy="10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78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0850A9ED-1A23-48EC-918B-5D48316DFBD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案件選択と応募準備の画面</a:t>
            </a:r>
            <a:endParaRPr sz="2800"/>
          </a:p>
        </p:txBody>
      </p: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xmlns="" id="{7E8792DE-B8C9-48FE-ADC8-3F1099C89B5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36" name="画面フレーム">
            <a:extLst>
              <a:ext uri="{FF2B5EF4-FFF2-40B4-BE49-F238E27FC236}">
                <a16:creationId xmlns:a16="http://schemas.microsoft.com/office/drawing/2014/main" xmlns="" id="{734C970E-715B-4932-BBCF-3BE614C36362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8229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335">
            <a:solidFill>
              <a:srgbClr val="DCE9F5"/>
            </a:solidFill>
            <a:prstDash val="solid"/>
          </a:ln>
        </p:spPr>
      </p:sp>
      <p:sp>
        <p:nvSpPr>
          <p:cNvPr id="37" name="アプリヘッダー">
            <a:extLst>
              <a:ext uri="{FF2B5EF4-FFF2-40B4-BE49-F238E27FC236}">
                <a16:creationId xmlns:a16="http://schemas.microsoft.com/office/drawing/2014/main" xmlns="" id="{836BF9A9-6316-4A8C-8953-78640CF7B9E0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8229600" cy="361950"/>
          </a:xfrm>
          <a:prstGeom prst="rect">
            <a:avLst/>
          </a:prstGeom>
          <a:solidFill>
            <a:srgbClr val="2B4A6F"/>
          </a:solidFill>
          <a:ln w="0">
            <a:solidFill>
              <a:srgbClr val="2B4A6F"/>
            </a:solidFill>
            <a:prstDash val="solid"/>
          </a:ln>
        </p:spPr>
      </p:sp>
      <p:sp>
        <p:nvSpPr>
          <p:cNvPr id="38" name="ブランド名">
            <a:extLst>
              <a:ext uri="{FF2B5EF4-FFF2-40B4-BE49-F238E27FC236}">
                <a16:creationId xmlns:a16="http://schemas.microsoft.com/office/drawing/2014/main" xmlns="" id="{EB7F9F09-70E1-42D8-BDA9-B183922442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Parks</a:t>
            </a:r>
          </a:p>
        </p:txBody>
      </p:sp>
      <p:sp>
        <p:nvSpPr>
          <p:cNvPr id="39" name="メニュー案件">
            <a:extLst>
              <a:ext uri="{FF2B5EF4-FFF2-40B4-BE49-F238E27FC236}">
                <a16:creationId xmlns:a16="http://schemas.microsoft.com/office/drawing/2014/main" xmlns="" id="{1EBB4484-DD87-47BB-9387-8C638D2FDEA9}"/>
              </a:ext>
            </a:extLst>
          </p:cNvPr>
          <p:cNvSpPr>
            <a:spLocks noGrp="1"/>
          </p:cNvSpPr>
          <p:nvPr/>
        </p:nvSpPr>
        <p:spPr>
          <a:xfrm>
            <a:off x="1752600" y="12001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0" name="メニュー人材">
            <a:extLst>
              <a:ext uri="{FF2B5EF4-FFF2-40B4-BE49-F238E27FC236}">
                <a16:creationId xmlns:a16="http://schemas.microsoft.com/office/drawing/2014/main" xmlns="" id="{E03D72AB-6BFA-4342-A6E7-471A305F8AFC}"/>
              </a:ext>
            </a:extLst>
          </p:cNvPr>
          <p:cNvSpPr>
            <a:spLocks noGrp="1"/>
          </p:cNvSpPr>
          <p:nvPr/>
        </p:nvSpPr>
        <p:spPr>
          <a:xfrm>
            <a:off x="2686050" y="12001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人材情報</a:t>
            </a:r>
          </a:p>
        </p:txBody>
      </p:sp>
      <p:sp>
        <p:nvSpPr>
          <p:cNvPr id="41" name="メニュー応募">
            <a:extLst>
              <a:ext uri="{FF2B5EF4-FFF2-40B4-BE49-F238E27FC236}">
                <a16:creationId xmlns:a16="http://schemas.microsoft.com/office/drawing/2014/main" xmlns="" id="{C6E1F91C-47B7-4A38-A033-2BD2DCF84551}"/>
              </a:ext>
            </a:extLst>
          </p:cNvPr>
          <p:cNvSpPr>
            <a:spLocks noGrp="1"/>
          </p:cNvSpPr>
          <p:nvPr/>
        </p:nvSpPr>
        <p:spPr>
          <a:xfrm>
            <a:off x="3619500" y="120015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2" name="利用者表示">
            <a:extLst>
              <a:ext uri="{FF2B5EF4-FFF2-40B4-BE49-F238E27FC236}">
                <a16:creationId xmlns:a16="http://schemas.microsoft.com/office/drawing/2014/main" xmlns="" id="{D01B5317-D38B-4A21-81D1-D4EC9E8B5108}"/>
              </a:ext>
            </a:extLst>
          </p:cNvPr>
          <p:cNvSpPr>
            <a:spLocks noGrp="1"/>
          </p:cNvSpPr>
          <p:nvPr/>
        </p:nvSpPr>
        <p:spPr>
          <a:xfrm>
            <a:off x="7429500" y="12001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7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みなさま</a:t>
            </a:r>
          </a:p>
        </p:txBody>
      </p:sp>
      <p:sp>
        <p:nvSpPr>
          <p:cNvPr id="43" name="サイドメニュー背景">
            <a:extLst>
              <a:ext uri="{FF2B5EF4-FFF2-40B4-BE49-F238E27FC236}">
                <a16:creationId xmlns:a16="http://schemas.microsoft.com/office/drawing/2014/main" xmlns="" id="{884C456E-9BD3-4B89-B175-2E93AF6AA91A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1381125" cy="2781300"/>
          </a:xfrm>
          <a:prstGeom prst="rect">
            <a:avLst/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44" name="選択メニュー背景">
            <a:extLst>
              <a:ext uri="{FF2B5EF4-FFF2-40B4-BE49-F238E27FC236}">
                <a16:creationId xmlns:a16="http://schemas.microsoft.com/office/drawing/2014/main" xmlns="" id="{553C07CB-558A-4595-A96F-7DECB415C9DC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190625" cy="361950"/>
          </a:xfrm>
          <a:prstGeom prst="roundRect">
            <a:avLst>
              <a:gd name="adj" fmla="val 21053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45" name="選択メニュー">
            <a:extLst>
              <a:ext uri="{FF2B5EF4-FFF2-40B4-BE49-F238E27FC236}">
                <a16:creationId xmlns:a16="http://schemas.microsoft.com/office/drawing/2014/main" xmlns="" id="{7A049F39-E8C6-4A59-80EA-AFABC1B2F001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6" name="人材メニュー">
            <a:extLst>
              <a:ext uri="{FF2B5EF4-FFF2-40B4-BE49-F238E27FC236}">
                <a16:creationId xmlns:a16="http://schemas.microsoft.com/office/drawing/2014/main" xmlns="" id="{DB93AB92-A0BB-4BC9-B25F-81F9CFE850D4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エンジニア情報</a:t>
            </a:r>
          </a:p>
        </p:txBody>
      </p:sp>
      <p:sp>
        <p:nvSpPr>
          <p:cNvPr id="47" name="応募状況メニュー">
            <a:extLst>
              <a:ext uri="{FF2B5EF4-FFF2-40B4-BE49-F238E27FC236}">
                <a16:creationId xmlns:a16="http://schemas.microsoft.com/office/drawing/2014/main" xmlns="" id="{B2382040-5783-440A-A043-1239C0237AFD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8" name="画面見出し">
            <a:extLst>
              <a:ext uri="{FF2B5EF4-FFF2-40B4-BE49-F238E27FC236}">
                <a16:creationId xmlns:a16="http://schemas.microsoft.com/office/drawing/2014/main" xmlns="" id="{9C78EE1A-2E30-4217-AFE6-9EA5AC3E78D6}"/>
              </a:ext>
            </a:extLst>
          </p:cNvPr>
          <p:cNvSpPr>
            <a:spLocks noGrp="1"/>
          </p:cNvSpPr>
          <p:nvPr/>
        </p:nvSpPr>
        <p:spPr>
          <a:xfrm>
            <a:off x="2038350" y="1600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案件の内容と人材候補</a:t>
            </a:r>
          </a:p>
        </p:txBody>
      </p:sp>
      <p:sp>
        <p:nvSpPr>
          <p:cNvPr id="49" name="画面説明">
            <a:extLst>
              <a:ext uri="{FF2B5EF4-FFF2-40B4-BE49-F238E27FC236}">
                <a16:creationId xmlns:a16="http://schemas.microsoft.com/office/drawing/2014/main" xmlns="" id="{3C1D0FA1-911D-4525-88BC-8AF7FE5811E1}"/>
              </a:ext>
            </a:extLst>
          </p:cNvPr>
          <p:cNvSpPr>
            <a:spLocks noGrp="1"/>
          </p:cNvSpPr>
          <p:nvPr/>
        </p:nvSpPr>
        <p:spPr>
          <a:xfrm>
            <a:off x="2038350" y="187642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案件条件を確認し、候補者を選びます</a:t>
            </a:r>
          </a:p>
        </p:txBody>
      </p:sp>
      <p:sp>
        <p:nvSpPr>
          <p:cNvPr id="50" name="案件詳細パネル">
            <a:extLst>
              <a:ext uri="{FF2B5EF4-FFF2-40B4-BE49-F238E27FC236}">
                <a16:creationId xmlns:a16="http://schemas.microsoft.com/office/drawing/2014/main" xmlns="" id="{53AAB236-E123-4624-9338-B3D3CD108E4F}"/>
              </a:ext>
            </a:extLst>
          </p:cNvPr>
          <p:cNvSpPr>
            <a:spLocks noGrp="1"/>
          </p:cNvSpPr>
          <p:nvPr/>
        </p:nvSpPr>
        <p:spPr>
          <a:xfrm>
            <a:off x="2038350" y="2152650"/>
            <a:ext cx="20574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51" name="案件ラベル">
            <a:extLst>
              <a:ext uri="{FF2B5EF4-FFF2-40B4-BE49-F238E27FC236}">
                <a16:creationId xmlns:a16="http://schemas.microsoft.com/office/drawing/2014/main" xmlns="" id="{883A660C-797F-490A-A6E9-C9FE3FCE97CE}"/>
              </a:ext>
            </a:extLst>
          </p:cNvPr>
          <p:cNvSpPr>
            <a:spLocks noGrp="1"/>
          </p:cNvSpPr>
          <p:nvPr/>
        </p:nvSpPr>
        <p:spPr>
          <a:xfrm>
            <a:off x="2171700" y="2247900"/>
            <a:ext cx="17907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選択中の案件</a:t>
            </a:r>
          </a:p>
        </p:txBody>
      </p:sp>
      <p:sp>
        <p:nvSpPr>
          <p:cNvPr id="52" name="案件タイトル">
            <a:extLst>
              <a:ext uri="{FF2B5EF4-FFF2-40B4-BE49-F238E27FC236}">
                <a16:creationId xmlns:a16="http://schemas.microsoft.com/office/drawing/2014/main" xmlns="" id="{54FF9476-31E0-4C7A-907E-42555C72308A}"/>
              </a:ext>
            </a:extLst>
          </p:cNvPr>
          <p:cNvSpPr>
            <a:spLocks noGrp="1"/>
          </p:cNvSpPr>
          <p:nvPr/>
        </p:nvSpPr>
        <p:spPr>
          <a:xfrm>
            <a:off x="2171700" y="25050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案件内容を確認</a:t>
            </a:r>
          </a:p>
        </p:txBody>
      </p:sp>
      <p:sp>
        <p:nvSpPr>
          <p:cNvPr id="53" name="案件詳細説明">
            <a:extLst>
              <a:ext uri="{FF2B5EF4-FFF2-40B4-BE49-F238E27FC236}">
                <a16:creationId xmlns:a16="http://schemas.microsoft.com/office/drawing/2014/main" xmlns="" id="{2F7872A4-DF2F-41AA-8671-41DA25B203D5}"/>
              </a:ext>
            </a:extLst>
          </p:cNvPr>
          <p:cNvSpPr>
            <a:spLocks noGrp="1"/>
          </p:cNvSpPr>
          <p:nvPr/>
        </p:nvSpPr>
        <p:spPr>
          <a:xfrm>
            <a:off x="2171700" y="2847975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仕事内容・募集条件</a:t>
            </a:r>
          </a:p>
          <a:p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必須スキルを確認</a:t>
            </a:r>
          </a:p>
        </p:txBody>
      </p:sp>
      <p:sp>
        <p:nvSpPr>
          <p:cNvPr id="54" name="人材候補ボタン">
            <a:extLst>
              <a:ext uri="{FF2B5EF4-FFF2-40B4-BE49-F238E27FC236}">
                <a16:creationId xmlns:a16="http://schemas.microsoft.com/office/drawing/2014/main" xmlns="" id="{2915AF41-E51A-40E7-8840-61D18B4923D0}"/>
              </a:ext>
            </a:extLst>
          </p:cNvPr>
          <p:cNvSpPr>
            <a:spLocks noGrp="1"/>
          </p:cNvSpPr>
          <p:nvPr/>
        </p:nvSpPr>
        <p:spPr>
          <a:xfrm>
            <a:off x="2171700" y="3495675"/>
            <a:ext cx="1790700" cy="361950"/>
          </a:xfrm>
          <a:prstGeom prst="roundRect">
            <a:avLst>
              <a:gd name="adj" fmla="val 21053"/>
            </a:avLst>
          </a:prstGeom>
          <a:solidFill>
            <a:srgbClr val="4A7FB5"/>
          </a:solidFill>
          <a:ln w="0">
            <a:noFill/>
            <a:prstDash val="solid"/>
          </a:ln>
        </p:spPr>
      </p:sp>
      <p:sp>
        <p:nvSpPr>
          <p:cNvPr id="55" name="人材候補ボタン文字">
            <a:extLst>
              <a:ext uri="{FF2B5EF4-FFF2-40B4-BE49-F238E27FC236}">
                <a16:creationId xmlns:a16="http://schemas.microsoft.com/office/drawing/2014/main" xmlns="" id="{A7EA1470-8408-4A8B-B3C6-14F4C471B7DB}"/>
              </a:ext>
            </a:extLst>
          </p:cNvPr>
          <p:cNvSpPr>
            <a:spLocks noGrp="1"/>
          </p:cNvSpPr>
          <p:nvPr/>
        </p:nvSpPr>
        <p:spPr>
          <a:xfrm>
            <a:off x="2257425" y="3552825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人材候補を見る</a:t>
            </a:r>
          </a:p>
        </p:txBody>
      </p:sp>
      <p:sp>
        <p:nvSpPr>
          <p:cNvPr id="56" name="候補者パネル">
            <a:extLst>
              <a:ext uri="{FF2B5EF4-FFF2-40B4-BE49-F238E27FC236}">
                <a16:creationId xmlns:a16="http://schemas.microsoft.com/office/drawing/2014/main" xmlns="" id="{381FCA71-73D3-4A13-B953-7D649B1240D0}"/>
              </a:ext>
            </a:extLst>
          </p:cNvPr>
          <p:cNvSpPr>
            <a:spLocks noGrp="1"/>
          </p:cNvSpPr>
          <p:nvPr/>
        </p:nvSpPr>
        <p:spPr>
          <a:xfrm>
            <a:off x="4210050" y="2152650"/>
            <a:ext cx="432435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CE9F5"/>
            </a:solidFill>
            <a:prstDash val="solid"/>
          </a:ln>
        </p:spPr>
      </p:sp>
      <p:sp>
        <p:nvSpPr>
          <p:cNvPr id="57" name="候補者見出し">
            <a:extLst>
              <a:ext uri="{FF2B5EF4-FFF2-40B4-BE49-F238E27FC236}">
                <a16:creationId xmlns:a16="http://schemas.microsoft.com/office/drawing/2014/main" xmlns="" id="{DE01D7E2-3E00-40BA-90E4-F338B367990C}"/>
              </a:ext>
            </a:extLst>
          </p:cNvPr>
          <p:cNvSpPr>
            <a:spLocks noGrp="1"/>
          </p:cNvSpPr>
          <p:nvPr/>
        </p:nvSpPr>
        <p:spPr>
          <a:xfrm>
            <a:off x="4362450" y="22193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人材候補</a:t>
            </a:r>
          </a:p>
        </p:txBody>
      </p:sp>
      <p:sp>
        <p:nvSpPr>
          <p:cNvPr id="58" name="候補者説明">
            <a:extLst>
              <a:ext uri="{FF2B5EF4-FFF2-40B4-BE49-F238E27FC236}">
                <a16:creationId xmlns:a16="http://schemas.microsoft.com/office/drawing/2014/main" xmlns="" id="{41486548-9873-4ABA-8FE1-225CE32D3E79}"/>
              </a:ext>
            </a:extLst>
          </p:cNvPr>
          <p:cNvSpPr>
            <a:spLocks noGrp="1"/>
          </p:cNvSpPr>
          <p:nvPr/>
        </p:nvSpPr>
        <p:spPr>
          <a:xfrm>
            <a:off x="6048375" y="2228850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経歴とスキルシートを確認</a:t>
            </a:r>
          </a:p>
        </p:txBody>
      </p:sp>
      <p:sp>
        <p:nvSpPr>
          <p:cNvPr id="59" name="候補者行1">
            <a:extLst>
              <a:ext uri="{FF2B5EF4-FFF2-40B4-BE49-F238E27FC236}">
                <a16:creationId xmlns:a16="http://schemas.microsoft.com/office/drawing/2014/main" xmlns="" id="{1EF0AF04-7544-4023-A317-9F792AF1F832}"/>
              </a:ext>
            </a:extLst>
          </p:cNvPr>
          <p:cNvSpPr>
            <a:spLocks noGrp="1"/>
          </p:cNvSpPr>
          <p:nvPr/>
        </p:nvSpPr>
        <p:spPr>
          <a:xfrm>
            <a:off x="4343400" y="2514600"/>
            <a:ext cx="4057650" cy="352425"/>
          </a:xfrm>
          <a:prstGeom prst="roundRect">
            <a:avLst>
              <a:gd name="adj" fmla="val 21622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60" name="候補者選択1">
            <a:extLst>
              <a:ext uri="{FF2B5EF4-FFF2-40B4-BE49-F238E27FC236}">
                <a16:creationId xmlns:a16="http://schemas.microsoft.com/office/drawing/2014/main" xmlns="" id="{331B4F4B-1708-4FEF-8973-FA4FCBBD19BD}"/>
              </a:ext>
            </a:extLst>
          </p:cNvPr>
          <p:cNvSpPr>
            <a:spLocks noGrp="1"/>
          </p:cNvSpPr>
          <p:nvPr/>
        </p:nvSpPr>
        <p:spPr>
          <a:xfrm>
            <a:off x="4457700" y="2609850"/>
            <a:ext cx="161925" cy="16192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8DB8DE"/>
            </a:solidFill>
            <a:prstDash val="solid"/>
          </a:ln>
        </p:spPr>
      </p:sp>
      <p:sp>
        <p:nvSpPr>
          <p:cNvPr id="61" name="候補者名1">
            <a:extLst>
              <a:ext uri="{FF2B5EF4-FFF2-40B4-BE49-F238E27FC236}">
                <a16:creationId xmlns:a16="http://schemas.microsoft.com/office/drawing/2014/main" xmlns="" id="{557B5095-A08B-4D22-9147-D56481A1A456}"/>
              </a:ext>
            </a:extLst>
          </p:cNvPr>
          <p:cNvSpPr>
            <a:spLocks noGrp="1"/>
          </p:cNvSpPr>
          <p:nvPr/>
        </p:nvSpPr>
        <p:spPr>
          <a:xfrm>
            <a:off x="4714875" y="2581275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A</a:t>
            </a:r>
          </a:p>
        </p:txBody>
      </p:sp>
      <p:sp>
        <p:nvSpPr>
          <p:cNvPr id="62" name="候補者情報1">
            <a:extLst>
              <a:ext uri="{FF2B5EF4-FFF2-40B4-BE49-F238E27FC236}">
                <a16:creationId xmlns:a16="http://schemas.microsoft.com/office/drawing/2014/main" xmlns="" id="{73178A26-694A-4A59-8938-85CA41282760}"/>
              </a:ext>
            </a:extLst>
          </p:cNvPr>
          <p:cNvSpPr>
            <a:spLocks noGrp="1"/>
          </p:cNvSpPr>
          <p:nvPr/>
        </p:nvSpPr>
        <p:spPr>
          <a:xfrm>
            <a:off x="5734050" y="2590800"/>
            <a:ext cx="16954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3" name="候補者詳細1">
            <a:extLst>
              <a:ext uri="{FF2B5EF4-FFF2-40B4-BE49-F238E27FC236}">
                <a16:creationId xmlns:a16="http://schemas.microsoft.com/office/drawing/2014/main" xmlns="" id="{285945F5-DFB1-4787-94CE-499570977829}"/>
              </a:ext>
            </a:extLst>
          </p:cNvPr>
          <p:cNvSpPr>
            <a:spLocks noGrp="1"/>
          </p:cNvSpPr>
          <p:nvPr/>
        </p:nvSpPr>
        <p:spPr>
          <a:xfrm>
            <a:off x="7486650" y="2590800"/>
            <a:ext cx="800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64" name="候補者行2">
            <a:extLst>
              <a:ext uri="{FF2B5EF4-FFF2-40B4-BE49-F238E27FC236}">
                <a16:creationId xmlns:a16="http://schemas.microsoft.com/office/drawing/2014/main" xmlns="" id="{1DD1AD16-3676-47F2-A097-5532504E34B4}"/>
              </a:ext>
            </a:extLst>
          </p:cNvPr>
          <p:cNvSpPr>
            <a:spLocks noGrp="1"/>
          </p:cNvSpPr>
          <p:nvPr/>
        </p:nvSpPr>
        <p:spPr>
          <a:xfrm>
            <a:off x="4343400" y="2924175"/>
            <a:ext cx="4057650" cy="352425"/>
          </a:xfrm>
          <a:prstGeom prst="roundRect">
            <a:avLst>
              <a:gd name="adj" fmla="val 21622"/>
            </a:avLst>
          </a:prstGeom>
          <a:solidFill>
            <a:srgbClr val="E8F1F9"/>
          </a:solidFill>
          <a:ln w="11430">
            <a:solidFill>
              <a:srgbClr val="4A7FB5"/>
            </a:solidFill>
            <a:prstDash val="solid"/>
          </a:ln>
        </p:spPr>
      </p:sp>
      <p:sp>
        <p:nvSpPr>
          <p:cNvPr id="65" name="候補者選択2">
            <a:extLst>
              <a:ext uri="{FF2B5EF4-FFF2-40B4-BE49-F238E27FC236}">
                <a16:creationId xmlns:a16="http://schemas.microsoft.com/office/drawing/2014/main" xmlns="" id="{CBE591A0-1482-455C-96FA-A0F87C8528B7}"/>
              </a:ext>
            </a:extLst>
          </p:cNvPr>
          <p:cNvSpPr>
            <a:spLocks noGrp="1"/>
          </p:cNvSpPr>
          <p:nvPr/>
        </p:nvSpPr>
        <p:spPr>
          <a:xfrm>
            <a:off x="4457700" y="3019425"/>
            <a:ext cx="161925" cy="161925"/>
          </a:xfrm>
          <a:prstGeom prst="ellipse">
            <a:avLst/>
          </a:prstGeom>
          <a:solidFill>
            <a:srgbClr val="4A7FB5"/>
          </a:solidFill>
          <a:ln w="11430">
            <a:solidFill>
              <a:srgbClr val="4A7FB5"/>
            </a:solidFill>
            <a:prstDash val="solid"/>
          </a:ln>
        </p:spPr>
      </p:sp>
      <p:sp>
        <p:nvSpPr>
          <p:cNvPr id="66" name="候補者選択内2">
            <a:extLst>
              <a:ext uri="{FF2B5EF4-FFF2-40B4-BE49-F238E27FC236}">
                <a16:creationId xmlns:a16="http://schemas.microsoft.com/office/drawing/2014/main" xmlns="" id="{85632058-6B2B-4891-B614-F311198B869F}"/>
              </a:ext>
            </a:extLst>
          </p:cNvPr>
          <p:cNvSpPr>
            <a:spLocks noGrp="1"/>
          </p:cNvSpPr>
          <p:nvPr/>
        </p:nvSpPr>
        <p:spPr>
          <a:xfrm>
            <a:off x="4505325" y="3067050"/>
            <a:ext cx="66675" cy="666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候補者名2">
            <a:extLst>
              <a:ext uri="{FF2B5EF4-FFF2-40B4-BE49-F238E27FC236}">
                <a16:creationId xmlns:a16="http://schemas.microsoft.com/office/drawing/2014/main" xmlns="" id="{90625AB5-7C69-4B7A-A351-FC18E5F01F96}"/>
              </a:ext>
            </a:extLst>
          </p:cNvPr>
          <p:cNvSpPr>
            <a:spLocks noGrp="1"/>
          </p:cNvSpPr>
          <p:nvPr/>
        </p:nvSpPr>
        <p:spPr>
          <a:xfrm>
            <a:off x="4714875" y="29908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B</a:t>
            </a:r>
          </a:p>
        </p:txBody>
      </p:sp>
      <p:sp>
        <p:nvSpPr>
          <p:cNvPr id="68" name="候補者情報2">
            <a:extLst>
              <a:ext uri="{FF2B5EF4-FFF2-40B4-BE49-F238E27FC236}">
                <a16:creationId xmlns:a16="http://schemas.microsoft.com/office/drawing/2014/main" xmlns="" id="{277A71AD-C05C-4B1E-8179-DA52DCDDFC56}"/>
              </a:ext>
            </a:extLst>
          </p:cNvPr>
          <p:cNvSpPr>
            <a:spLocks noGrp="1"/>
          </p:cNvSpPr>
          <p:nvPr/>
        </p:nvSpPr>
        <p:spPr>
          <a:xfrm>
            <a:off x="5734050" y="3000375"/>
            <a:ext cx="16954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9" name="候補者詳細2">
            <a:extLst>
              <a:ext uri="{FF2B5EF4-FFF2-40B4-BE49-F238E27FC236}">
                <a16:creationId xmlns:a16="http://schemas.microsoft.com/office/drawing/2014/main" xmlns="" id="{2B12645B-F745-4139-ABD5-BD51B21B4160}"/>
              </a:ext>
            </a:extLst>
          </p:cNvPr>
          <p:cNvSpPr>
            <a:spLocks noGrp="1"/>
          </p:cNvSpPr>
          <p:nvPr/>
        </p:nvSpPr>
        <p:spPr>
          <a:xfrm>
            <a:off x="7486650" y="3000375"/>
            <a:ext cx="800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</a:t>
            </a:r>
          </a:p>
        </p:txBody>
      </p:sp>
      <p:sp>
        <p:nvSpPr>
          <p:cNvPr id="70" name="候補者行3">
            <a:extLst>
              <a:ext uri="{FF2B5EF4-FFF2-40B4-BE49-F238E27FC236}">
                <a16:creationId xmlns:a16="http://schemas.microsoft.com/office/drawing/2014/main" xmlns="" id="{6A1469E7-54F2-46B7-B67C-0B2A2371DD95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4057650" cy="352425"/>
          </a:xfrm>
          <a:prstGeom prst="roundRect">
            <a:avLst>
              <a:gd name="adj" fmla="val 21622"/>
            </a:avLst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71" name="候補者選択3">
            <a:extLst>
              <a:ext uri="{FF2B5EF4-FFF2-40B4-BE49-F238E27FC236}">
                <a16:creationId xmlns:a16="http://schemas.microsoft.com/office/drawing/2014/main" xmlns="" id="{5C211819-0A91-41E7-A521-80F60BDA9103}"/>
              </a:ext>
            </a:extLst>
          </p:cNvPr>
          <p:cNvSpPr>
            <a:spLocks noGrp="1"/>
          </p:cNvSpPr>
          <p:nvPr/>
        </p:nvSpPr>
        <p:spPr>
          <a:xfrm>
            <a:off x="4457700" y="3429000"/>
            <a:ext cx="161925" cy="16192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8DB8DE"/>
            </a:solidFill>
            <a:prstDash val="solid"/>
          </a:ln>
        </p:spPr>
      </p:sp>
      <p:sp>
        <p:nvSpPr>
          <p:cNvPr id="72" name="候補者名3">
            <a:extLst>
              <a:ext uri="{FF2B5EF4-FFF2-40B4-BE49-F238E27FC236}">
                <a16:creationId xmlns:a16="http://schemas.microsoft.com/office/drawing/2014/main" xmlns="" id="{919C9185-F639-455C-937B-98E477A403DC}"/>
              </a:ext>
            </a:extLst>
          </p:cNvPr>
          <p:cNvSpPr>
            <a:spLocks noGrp="1"/>
          </p:cNvSpPr>
          <p:nvPr/>
        </p:nvSpPr>
        <p:spPr>
          <a:xfrm>
            <a:off x="4714875" y="3400425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C</a:t>
            </a:r>
          </a:p>
        </p:txBody>
      </p:sp>
      <p:sp>
        <p:nvSpPr>
          <p:cNvPr id="73" name="候補者情報3">
            <a:extLst>
              <a:ext uri="{FF2B5EF4-FFF2-40B4-BE49-F238E27FC236}">
                <a16:creationId xmlns:a16="http://schemas.microsoft.com/office/drawing/2014/main" xmlns="" id="{7D3B230F-8168-4352-A0A7-6C2F862CDD07}"/>
              </a:ext>
            </a:extLst>
          </p:cNvPr>
          <p:cNvSpPr>
            <a:spLocks noGrp="1"/>
          </p:cNvSpPr>
          <p:nvPr/>
        </p:nvSpPr>
        <p:spPr>
          <a:xfrm>
            <a:off x="5734050" y="3409950"/>
            <a:ext cx="16954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74" name="候補者詳細3">
            <a:extLst>
              <a:ext uri="{FF2B5EF4-FFF2-40B4-BE49-F238E27FC236}">
                <a16:creationId xmlns:a16="http://schemas.microsoft.com/office/drawing/2014/main" xmlns="" id="{B8457F8D-FAA8-4428-BAC5-EF8558BEF38A}"/>
              </a:ext>
            </a:extLst>
          </p:cNvPr>
          <p:cNvSpPr>
            <a:spLocks noGrp="1"/>
          </p:cNvSpPr>
          <p:nvPr/>
        </p:nvSpPr>
        <p:spPr>
          <a:xfrm>
            <a:off x="7486650" y="3409950"/>
            <a:ext cx="800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75" name="応募準備背景">
            <a:extLst>
              <a:ext uri="{FF2B5EF4-FFF2-40B4-BE49-F238E27FC236}">
                <a16:creationId xmlns:a16="http://schemas.microsoft.com/office/drawing/2014/main" xmlns="" id="{797222F9-9C18-43DC-B8BC-BF70419FCBA3}"/>
              </a:ext>
            </a:extLst>
          </p:cNvPr>
          <p:cNvSpPr>
            <a:spLocks noGrp="1"/>
          </p:cNvSpPr>
          <p:nvPr/>
        </p:nvSpPr>
        <p:spPr>
          <a:xfrm>
            <a:off x="4210050" y="3676650"/>
            <a:ext cx="4324350" cy="342900"/>
          </a:xfrm>
          <a:prstGeom prst="rect">
            <a:avLst/>
          </a:prstGeom>
          <a:solidFill>
            <a:srgbClr val="F0F5FA"/>
          </a:solidFill>
          <a:ln w="0">
            <a:noFill/>
            <a:prstDash val="solid"/>
          </a:ln>
        </p:spPr>
      </p:sp>
      <p:sp>
        <p:nvSpPr>
          <p:cNvPr id="76" name="応募準備説明">
            <a:extLst>
              <a:ext uri="{FF2B5EF4-FFF2-40B4-BE49-F238E27FC236}">
                <a16:creationId xmlns:a16="http://schemas.microsoft.com/office/drawing/2014/main" xmlns="" id="{837901DF-BC6F-4296-B3EF-40B1DDAFD47D}"/>
              </a:ext>
            </a:extLst>
          </p:cNvPr>
          <p:cNvSpPr>
            <a:spLocks noGrp="1"/>
          </p:cNvSpPr>
          <p:nvPr/>
        </p:nvSpPr>
        <p:spPr>
          <a:xfrm>
            <a:off x="4333875" y="3733800"/>
            <a:ext cx="2667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97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スキルシート・面談対策Q&amp;Aを確認</a:t>
            </a:r>
          </a:p>
        </p:txBody>
      </p:sp>
      <p:sp>
        <p:nvSpPr>
          <p:cNvPr id="77" name="応募準備ボタン">
            <a:extLst>
              <a:ext uri="{FF2B5EF4-FFF2-40B4-BE49-F238E27FC236}">
                <a16:creationId xmlns:a16="http://schemas.microsoft.com/office/drawing/2014/main" xmlns="" id="{FB06FFB4-6BE3-4965-A72E-3EEAB057AEAD}"/>
              </a:ext>
            </a:extLst>
          </p:cNvPr>
          <p:cNvSpPr>
            <a:spLocks noGrp="1"/>
          </p:cNvSpPr>
          <p:nvPr/>
        </p:nvSpPr>
        <p:spPr>
          <a:xfrm>
            <a:off x="7181850" y="3705225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F5B971"/>
          </a:solidFill>
          <a:ln w="0">
            <a:noFill/>
            <a:prstDash val="solid"/>
          </a:ln>
        </p:spPr>
      </p:sp>
      <p:sp>
        <p:nvSpPr>
          <p:cNvPr id="78" name="応募準備ボタン文字">
            <a:extLst>
              <a:ext uri="{FF2B5EF4-FFF2-40B4-BE49-F238E27FC236}">
                <a16:creationId xmlns:a16="http://schemas.microsoft.com/office/drawing/2014/main" xmlns="" id="{50CD175A-4737-4EA8-A979-BEAE06929A49}"/>
              </a:ext>
            </a:extLst>
          </p:cNvPr>
          <p:cNvSpPr>
            <a:spLocks noGrp="1"/>
          </p:cNvSpPr>
          <p:nvPr/>
        </p:nvSpPr>
        <p:spPr>
          <a:xfrm>
            <a:off x="7239000" y="3743325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応募準備へ</a:t>
            </a:r>
          </a:p>
        </p:txBody>
      </p:sp>
      <p:sp>
        <p:nvSpPr>
          <p:cNvPr id="79" name="画面イメージ注記">
            <a:extLst>
              <a:ext uri="{FF2B5EF4-FFF2-40B4-BE49-F238E27FC236}">
                <a16:creationId xmlns:a16="http://schemas.microsoft.com/office/drawing/2014/main" xmlns="" id="{4E81FEF7-B3FF-4A82-9B7B-BEE6A20E1AEA}"/>
              </a:ext>
            </a:extLst>
          </p:cNvPr>
          <p:cNvSpPr>
            <a:spLocks noGrp="1"/>
          </p:cNvSpPr>
          <p:nvPr/>
        </p:nvSpPr>
        <p:spPr>
          <a:xfrm>
            <a:off x="6667500" y="895350"/>
            <a:ext cx="201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>
            <a: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画面イメージ（提案段階）</a:t>
            </a:r>
          </a:p>
        </p:txBody>
      </p:sp>
      <p:sp>
        <p:nvSpPr>
          <p:cNvPr id="80" name="利用の流れ">
            <a:extLst>
              <a:ext uri="{FF2B5EF4-FFF2-40B4-BE49-F238E27FC236}">
                <a16:creationId xmlns:a16="http://schemas.microsoft.com/office/drawing/2014/main" xmlns="" id="{38B41997-91E1-4990-8A46-F9D4D02B53E4}"/>
              </a:ext>
            </a:extLst>
          </p:cNvPr>
          <p:cNvSpPr>
            <a:spLocks noGrp="1"/>
          </p:cNvSpPr>
          <p:nvPr/>
        </p:nvSpPr>
        <p:spPr>
          <a:xfrm>
            <a:off x="457200" y="4352925"/>
            <a:ext cx="822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>
            <a:pPr algn="l">
              <a:defRPr sz="10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みなさまが候補を選び、エンジニアはスキルシートと面談対策Q&amp;Aを確認して応募</a:t>
            </a: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86741EA8-32C6-43C1-B815-FFD363A1390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案件と人材をつなぎ、グループで提案機会を広げる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xmlns="" id="{2A285F97-2B11-4344-8701-0F191D6CCDD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14" name="仲間0">
            <a:extLst>
              <a:ext uri="{FF2B5EF4-FFF2-40B4-BE49-F238E27FC236}">
                <a16:creationId xmlns:a16="http://schemas.microsoft.com/office/drawing/2014/main" xmlns="" id="{25BC46A4-292E-40CB-9DA0-1BE12C877D43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5" name="仲間1">
            <a:extLst>
              <a:ext uri="{FF2B5EF4-FFF2-40B4-BE49-F238E27FC236}">
                <a16:creationId xmlns:a16="http://schemas.microsoft.com/office/drawing/2014/main" xmlns="" id="{AE89B932-6BE9-49B8-B102-E089C2F13557}"/>
              </a:ext>
            </a:extLst>
          </p:cNvPr>
          <p:cNvSpPr>
            <a:spLocks noGrp="1"/>
          </p:cNvSpPr>
          <p:nvPr/>
        </p:nvSpPr>
        <p:spPr>
          <a:xfrm>
            <a:off x="457200" y="19558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6" name="仲間2">
            <a:extLst>
              <a:ext uri="{FF2B5EF4-FFF2-40B4-BE49-F238E27FC236}">
                <a16:creationId xmlns:a16="http://schemas.microsoft.com/office/drawing/2014/main" xmlns="" id="{6817C1F1-F7AE-4F73-9FB1-47ED838DFE46}"/>
              </a:ext>
            </a:extLst>
          </p:cNvPr>
          <p:cNvSpPr>
            <a:spLocks noGrp="1"/>
          </p:cNvSpPr>
          <p:nvPr/>
        </p:nvSpPr>
        <p:spPr>
          <a:xfrm>
            <a:off x="457200" y="2692400"/>
            <a:ext cx="1422400" cy="6096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7" name="結束矢印1">
            <a:extLst>
              <a:ext uri="{FF2B5EF4-FFF2-40B4-BE49-F238E27FC236}">
                <a16:creationId xmlns:a16="http://schemas.microsoft.com/office/drawing/2014/main" xmlns="" id="{D9ADB216-589B-41A3-A9F0-0A887CE1A82F}"/>
              </a:ext>
            </a:extLst>
          </p:cNvPr>
          <p:cNvSpPr>
            <a:spLocks noGrp="1"/>
          </p:cNvSpPr>
          <p:nvPr/>
        </p:nvSpPr>
        <p:spPr>
          <a:xfrm>
            <a:off x="19558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GP円">
            <a:extLst>
              <a:ext uri="{FF2B5EF4-FFF2-40B4-BE49-F238E27FC236}">
                <a16:creationId xmlns:a16="http://schemas.microsoft.com/office/drawing/2014/main" xmlns="" id="{E97364F5-BAD7-45A6-BCE3-5A6C12E06357}"/>
              </a:ext>
            </a:extLst>
          </p:cNvPr>
          <p:cNvSpPr>
            <a:spLocks noGrp="1"/>
          </p:cNvSpPr>
          <p:nvPr/>
        </p:nvSpPr>
        <p:spPr>
          <a:xfrm>
            <a:off x="2286000" y="1600200"/>
            <a:ext cx="1219200" cy="1219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</a:p>
        </p:txBody>
      </p:sp>
      <p:sp>
        <p:nvSpPr>
          <p:cNvPr id="19" name="結束矢印2">
            <a:extLst>
              <a:ext uri="{FF2B5EF4-FFF2-40B4-BE49-F238E27FC236}">
                <a16:creationId xmlns:a16="http://schemas.microsoft.com/office/drawing/2014/main" xmlns="" id="{916296A9-F836-4237-88D3-83C66659C587}"/>
              </a:ext>
            </a:extLst>
          </p:cNvPr>
          <p:cNvSpPr>
            <a:spLocks noGrp="1"/>
          </p:cNvSpPr>
          <p:nvPr/>
        </p:nvSpPr>
        <p:spPr>
          <a:xfrm>
            <a:off x="3581400" y="21209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案件0">
            <a:extLst>
              <a:ext uri="{FF2B5EF4-FFF2-40B4-BE49-F238E27FC236}">
                <a16:creationId xmlns:a16="http://schemas.microsoft.com/office/drawing/2014/main" xmlns="" id="{C0183C29-D0F3-4074-92D3-0F7CC9E38361}"/>
              </a:ext>
            </a:extLst>
          </p:cNvPr>
          <p:cNvSpPr>
            <a:spLocks noGrp="1"/>
          </p:cNvSpPr>
          <p:nvPr/>
        </p:nvSpPr>
        <p:spPr>
          <a:xfrm>
            <a:off x="3911600" y="11684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1" name="案件1">
            <a:extLst>
              <a:ext uri="{FF2B5EF4-FFF2-40B4-BE49-F238E27FC236}">
                <a16:creationId xmlns:a16="http://schemas.microsoft.com/office/drawing/2014/main" xmlns="" id="{F151A781-B5DB-47D0-97DA-EFC4D4F93925}"/>
              </a:ext>
            </a:extLst>
          </p:cNvPr>
          <p:cNvSpPr>
            <a:spLocks noGrp="1"/>
          </p:cNvSpPr>
          <p:nvPr/>
        </p:nvSpPr>
        <p:spPr>
          <a:xfrm>
            <a:off x="3911600" y="17272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2" name="案件2">
            <a:extLst>
              <a:ext uri="{FF2B5EF4-FFF2-40B4-BE49-F238E27FC236}">
                <a16:creationId xmlns:a16="http://schemas.microsoft.com/office/drawing/2014/main" xmlns="" id="{1FFD0150-9D14-42BE-95D8-FBC2F603B33C}"/>
              </a:ext>
            </a:extLst>
          </p:cNvPr>
          <p:cNvSpPr>
            <a:spLocks noGrp="1"/>
          </p:cNvSpPr>
          <p:nvPr/>
        </p:nvSpPr>
        <p:spPr>
          <a:xfrm>
            <a:off x="3911600" y="22860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3" name="案件3">
            <a:extLst>
              <a:ext uri="{FF2B5EF4-FFF2-40B4-BE49-F238E27FC236}">
                <a16:creationId xmlns:a16="http://schemas.microsoft.com/office/drawing/2014/main" xmlns="" id="{7241A846-F2A1-4786-ABA7-D8A5AFE3772B}"/>
              </a:ext>
            </a:extLst>
          </p:cNvPr>
          <p:cNvSpPr>
            <a:spLocks noGrp="1"/>
          </p:cNvSpPr>
          <p:nvPr/>
        </p:nvSpPr>
        <p:spPr>
          <a:xfrm>
            <a:off x="3911600" y="2844800"/>
            <a:ext cx="939800" cy="4572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</a:p>
        </p:txBody>
      </p:sp>
      <p:sp>
        <p:nvSpPr>
          <p:cNvPr id="24" name="結束説明">
            <a:extLst>
              <a:ext uri="{FF2B5EF4-FFF2-40B4-BE49-F238E27FC236}">
                <a16:creationId xmlns:a16="http://schemas.microsoft.com/office/drawing/2014/main" xmlns="" id="{811D1F66-5C6D-4083-B55C-CE624A5901AD}"/>
              </a:ext>
            </a:extLst>
          </p:cNvPr>
          <p:cNvSpPr>
            <a:spLocks noGrp="1"/>
          </p:cNvSpPr>
          <p:nvPr/>
        </p:nvSpPr>
        <p:spPr>
          <a:xfrm>
            <a:off x="457200" y="3530599"/>
            <a:ext cx="43942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みなさまの案件と人材を、グループ内で共有</a:t>
            </a:r>
          </a:p>
        </p:txBody>
      </p:sp>
      <p:sp>
        <p:nvSpPr>
          <p:cNvPr id="26" name="利点0">
            <a:extLst>
              <a:ext uri="{FF2B5EF4-FFF2-40B4-BE49-F238E27FC236}">
                <a16:creationId xmlns:a16="http://schemas.microsoft.com/office/drawing/2014/main" xmlns="" id="{6E10B4A9-6611-4CFC-983F-83B761B69A38}"/>
              </a:ext>
            </a:extLst>
          </p:cNvPr>
          <p:cNvSpPr>
            <a:spLocks noGrp="1"/>
          </p:cNvSpPr>
          <p:nvPr/>
        </p:nvSpPr>
        <p:spPr>
          <a:xfrm>
            <a:off x="5080000" y="11684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利点0円">
            <a:extLst>
              <a:ext uri="{FF2B5EF4-FFF2-40B4-BE49-F238E27FC236}">
                <a16:creationId xmlns:a16="http://schemas.microsoft.com/office/drawing/2014/main" xmlns="" id="{FBBD6D11-40EA-4DE9-A724-3FE4095C0969}"/>
              </a:ext>
            </a:extLst>
          </p:cNvPr>
          <p:cNvSpPr>
            <a:spLocks noGrp="1"/>
          </p:cNvSpPr>
          <p:nvPr/>
        </p:nvSpPr>
        <p:spPr>
          <a:xfrm>
            <a:off x="5232400" y="12954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利点0アイコン">
            <a:extLst>
              <a:ext uri="{FF2B5EF4-FFF2-40B4-BE49-F238E27FC236}">
                <a16:creationId xmlns:a16="http://schemas.microsoft.com/office/drawing/2014/main" xmlns="" id="{CB44EFBC-E970-48ED-B63A-0BEBF8E77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1416050"/>
            <a:ext cx="215900" cy="215900"/>
          </a:xfrm>
          <a:prstGeom prst="rect">
            <a:avLst/>
          </a:prstGeom>
        </p:spPr>
      </p:pic>
      <p:sp>
        <p:nvSpPr>
          <p:cNvPr id="29" name="利点0文">
            <a:extLst>
              <a:ext uri="{FF2B5EF4-FFF2-40B4-BE49-F238E27FC236}">
                <a16:creationId xmlns:a16="http://schemas.microsoft.com/office/drawing/2014/main" xmlns="" id="{1430FF79-4012-4724-AA29-0DCA28AFE9E2}"/>
              </a:ext>
            </a:extLst>
          </p:cNvPr>
          <p:cNvSpPr>
            <a:spLocks noGrp="1"/>
          </p:cNvSpPr>
          <p:nvPr/>
        </p:nvSpPr>
        <p:spPr>
          <a:xfrm>
            <a:off x="5816600" y="11683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単独では難しい案件も、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みなさまで協力して提案</a:t>
            </a:r>
          </a:p>
        </p:txBody>
      </p:sp>
      <p:sp>
        <p:nvSpPr>
          <p:cNvPr id="30" name="利点1">
            <a:extLst>
              <a:ext uri="{FF2B5EF4-FFF2-40B4-BE49-F238E27FC236}">
                <a16:creationId xmlns:a16="http://schemas.microsoft.com/office/drawing/2014/main" xmlns="" id="{D01200A4-E1BB-400F-96F8-F54E780B5017}"/>
              </a:ext>
            </a:extLst>
          </p:cNvPr>
          <p:cNvSpPr>
            <a:spLocks noGrp="1"/>
          </p:cNvSpPr>
          <p:nvPr/>
        </p:nvSpPr>
        <p:spPr>
          <a:xfrm>
            <a:off x="5080000" y="20066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利点1円">
            <a:extLst>
              <a:ext uri="{FF2B5EF4-FFF2-40B4-BE49-F238E27FC236}">
                <a16:creationId xmlns:a16="http://schemas.microsoft.com/office/drawing/2014/main" xmlns="" id="{77231901-DBC3-4348-B52D-5156717AD58E}"/>
              </a:ext>
            </a:extLst>
          </p:cNvPr>
          <p:cNvSpPr>
            <a:spLocks noGrp="1"/>
          </p:cNvSpPr>
          <p:nvPr/>
        </p:nvSpPr>
        <p:spPr>
          <a:xfrm>
            <a:off x="5232400" y="21336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利点1アイコン">
            <a:extLst>
              <a:ext uri="{FF2B5EF4-FFF2-40B4-BE49-F238E27FC236}">
                <a16:creationId xmlns:a16="http://schemas.microsoft.com/office/drawing/2014/main" xmlns="" id="{2C348285-B527-4EAE-8207-3CFFB83D2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254250"/>
            <a:ext cx="215900" cy="215900"/>
          </a:xfrm>
          <a:prstGeom prst="rect">
            <a:avLst/>
          </a:prstGeom>
        </p:spPr>
      </p:pic>
      <p:sp>
        <p:nvSpPr>
          <p:cNvPr id="33" name="利点1文">
            <a:extLst>
              <a:ext uri="{FF2B5EF4-FFF2-40B4-BE49-F238E27FC236}">
                <a16:creationId xmlns:a16="http://schemas.microsoft.com/office/drawing/2014/main" xmlns="" id="{F1DEE283-0F56-43C0-B91B-E9C0A310C66D}"/>
              </a:ext>
            </a:extLst>
          </p:cNvPr>
          <p:cNvSpPr>
            <a:spLocks noGrp="1"/>
          </p:cNvSpPr>
          <p:nvPr/>
        </p:nvSpPr>
        <p:spPr>
          <a:xfrm>
            <a:off x="5816600" y="20065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人材が不足する案件も、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仲間の人材と組んで提案</a:t>
            </a:r>
          </a:p>
        </p:txBody>
      </p:sp>
      <p:sp>
        <p:nvSpPr>
          <p:cNvPr id="34" name="利点2">
            <a:extLst>
              <a:ext uri="{FF2B5EF4-FFF2-40B4-BE49-F238E27FC236}">
                <a16:creationId xmlns:a16="http://schemas.microsoft.com/office/drawing/2014/main" xmlns="" id="{7AD63BF7-F738-4D07-965B-1E71C8DE41A7}"/>
              </a:ext>
            </a:extLst>
          </p:cNvPr>
          <p:cNvSpPr>
            <a:spLocks noGrp="1"/>
          </p:cNvSpPr>
          <p:nvPr/>
        </p:nvSpPr>
        <p:spPr>
          <a:xfrm>
            <a:off x="5080000" y="2844800"/>
            <a:ext cx="3606800" cy="7112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利点2円">
            <a:extLst>
              <a:ext uri="{FF2B5EF4-FFF2-40B4-BE49-F238E27FC236}">
                <a16:creationId xmlns:a16="http://schemas.microsoft.com/office/drawing/2014/main" xmlns="" id="{E9F4EE69-4A8C-4C31-AAC4-18C2F1DD36F0}"/>
              </a:ext>
            </a:extLst>
          </p:cNvPr>
          <p:cNvSpPr>
            <a:spLocks noGrp="1"/>
          </p:cNvSpPr>
          <p:nvPr/>
        </p:nvSpPr>
        <p:spPr>
          <a:xfrm>
            <a:off x="5232400" y="297180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利点2アイコン">
            <a:extLst>
              <a:ext uri="{FF2B5EF4-FFF2-40B4-BE49-F238E27FC236}">
                <a16:creationId xmlns:a16="http://schemas.microsoft.com/office/drawing/2014/main" xmlns="" id="{1D796BA9-17F0-434B-9852-8D8AAB4A3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50" y="3092450"/>
            <a:ext cx="215900" cy="215900"/>
          </a:xfrm>
          <a:prstGeom prst="rect">
            <a:avLst/>
          </a:prstGeom>
        </p:spPr>
      </p:pic>
      <p:sp>
        <p:nvSpPr>
          <p:cNvPr id="37" name="利点2文">
            <a:extLst>
              <a:ext uri="{FF2B5EF4-FFF2-40B4-BE49-F238E27FC236}">
                <a16:creationId xmlns:a16="http://schemas.microsoft.com/office/drawing/2014/main" xmlns="" id="{1B7E737C-4B3F-475B-8424-4CE3A15AB784}"/>
              </a:ext>
            </a:extLst>
          </p:cNvPr>
          <p:cNvSpPr>
            <a:spLocks noGrp="1"/>
          </p:cNvSpPr>
          <p:nvPr/>
        </p:nvSpPr>
        <p:spPr>
          <a:xfrm>
            <a:off x="5816600" y="2844799"/>
            <a:ext cx="2794000" cy="711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成約実績を重ね、</a:t>
            </a:r>
          </a:p>
          <a:p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グループへの信頼を育てる</a:t>
            </a:r>
          </a:p>
        </p:txBody>
      </p:sp>
      <p:sp>
        <p:nvSpPr>
          <p:cNvPr id="38" name="結束帯">
            <a:extLst>
              <a:ext uri="{FF2B5EF4-FFF2-40B4-BE49-F238E27FC236}">
                <a16:creationId xmlns:a16="http://schemas.microsoft.com/office/drawing/2014/main" xmlns="" id="{0CDBE450-E80B-46A3-89A2-D3C43D3B6380}"/>
              </a:ext>
            </a:extLst>
          </p:cNvPr>
          <p:cNvSpPr>
            <a:spLocks noGrp="1"/>
          </p:cNvSpPr>
          <p:nvPr/>
        </p:nvSpPr>
        <p:spPr>
          <a:xfrm>
            <a:off x="457200" y="3937000"/>
            <a:ext cx="8229600" cy="5842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anchor="ctr"/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まずは案件共有の方法をご相談ください</a:t>
            </a: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259</Words>
  <Application>Microsoft Office PowerPoint</Application>
  <DocSecurity>0</DocSecurity>
  <PresentationFormat>画面に合わせる (16:9)</PresentationFormat>
  <Paragraphs>103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</vt:lpstr>
      <vt:lpstr>みなさまの提案機会を、グループ全体で広げる</vt:lpstr>
      <vt:lpstr>みなさまが直面する4つの機会損失</vt:lpstr>
      <vt:lpstr>応募から成約までの準備と効果検証を支援</vt:lpstr>
      <vt:lpstr>案件選択と応募準備の画面</vt:lpstr>
      <vt:lpstr>案件と人材をつなぎ、グループで提案機会を広げる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rock@jona.jp</cp:lastModifiedBy>
  <cp:revision>2</cp:revision>
  <dcterms:created xsi:type="dcterms:W3CDTF">2026-10-14T00:58:35Z</dcterms:created>
  <dcterms:modified xsi:type="dcterms:W3CDTF">2026-10-14T01:06:33Z</dcterms:modified>
</cp:coreProperties>
</file>